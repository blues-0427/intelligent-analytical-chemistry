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c6e475a4a0451c" /><Relationship Type="http://schemas.openxmlformats.org/officeDocument/2006/relationships/extended-properties" Target="/docProps/app.xml" Id="R2a87986684a54e5c" /><Relationship Type="http://schemas.openxmlformats.org/officeDocument/2006/relationships/officeDocument" Target="/ppt/presentation.xml" Id="R9d90b7f2047b44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14518521af46c1"/>
  </p:sldMasterIdLst>
  <p:notesMasterIdLst>
    <p:notesMasterId xmlns:r="http://schemas.openxmlformats.org/officeDocument/2006/relationships" r:id="R3948a72315ca40d0"/>
  </p:notesMasterIdLst>
  <p:sldIdLst>
    <p:sldId xmlns:r="http://schemas.openxmlformats.org/officeDocument/2006/relationships" id="256" r:id="R35694c4d54204f9b"/>
    <p:sldId xmlns:r="http://schemas.openxmlformats.org/officeDocument/2006/relationships" id="257" r:id="R64dae4e48d6046f5"/>
    <p:sldId xmlns:r="http://schemas.openxmlformats.org/officeDocument/2006/relationships" id="258" r:id="R437a317315ae4d54"/>
    <p:sldId xmlns:r="http://schemas.openxmlformats.org/officeDocument/2006/relationships" id="259" r:id="R1726f58cf47b4554"/>
    <p:sldId xmlns:r="http://schemas.openxmlformats.org/officeDocument/2006/relationships" id="260" r:id="R30f9805962984dfa"/>
    <p:sldId xmlns:r="http://schemas.openxmlformats.org/officeDocument/2006/relationships" id="261" r:id="R95e6c8db1b3e4366"/>
    <p:sldId xmlns:r="http://schemas.openxmlformats.org/officeDocument/2006/relationships" id="262" r:id="Rb8fc6fe78fe94671"/>
    <p:sldId xmlns:r="http://schemas.openxmlformats.org/officeDocument/2006/relationships" id="263" r:id="Rf1807a6e92db4dbb"/>
    <p:sldId xmlns:r="http://schemas.openxmlformats.org/officeDocument/2006/relationships" id="264" r:id="Ra990dd8fc54e49e7"/>
    <p:sldId xmlns:r="http://schemas.openxmlformats.org/officeDocument/2006/relationships" id="265" r:id="R98b5dec0ffc94c06"/>
    <p:sldId xmlns:r="http://schemas.openxmlformats.org/officeDocument/2006/relationships" id="266" r:id="R3e7f134542364a79"/>
    <p:sldId xmlns:r="http://schemas.openxmlformats.org/officeDocument/2006/relationships" id="267" r:id="Rc84a3e425f284d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bb567a558d4aaf" /><Relationship Type="http://schemas.openxmlformats.org/officeDocument/2006/relationships/slideMaster" Target="/ppt/slideMasters/slideMaster1.xml" Id="R8c14518521af46c1" /><Relationship Type="http://schemas.openxmlformats.org/officeDocument/2006/relationships/notesMaster" Target="/ppt/notesMasters/notesMaster1.xml" Id="R3948a72315ca40d0" /><Relationship Type="http://schemas.openxmlformats.org/officeDocument/2006/relationships/presProps" Target="/ppt/presProps.xml" Id="R3ed324f2aff84ccd" /><Relationship Type="http://schemas.openxmlformats.org/officeDocument/2006/relationships/tableStyles" Target="/ppt/tableStyles.xml" Id="Rbc3f8869a6404cd2" /><Relationship Type="http://schemas.openxmlformats.org/officeDocument/2006/relationships/slide" Target="/ppt/slides/slide1.xml" Id="R35694c4d54204f9b" /><Relationship Type="http://schemas.openxmlformats.org/officeDocument/2006/relationships/slide" Target="/ppt/slides/slide2.xml" Id="R64dae4e48d6046f5" /><Relationship Type="http://schemas.openxmlformats.org/officeDocument/2006/relationships/slide" Target="/ppt/slides/slide3.xml" Id="R437a317315ae4d54" /><Relationship Type="http://schemas.openxmlformats.org/officeDocument/2006/relationships/slide" Target="/ppt/slides/slide4.xml" Id="R1726f58cf47b4554" /><Relationship Type="http://schemas.openxmlformats.org/officeDocument/2006/relationships/slide" Target="/ppt/slides/slide5.xml" Id="R30f9805962984dfa" /><Relationship Type="http://schemas.openxmlformats.org/officeDocument/2006/relationships/slide" Target="/ppt/slides/slide6.xml" Id="R95e6c8db1b3e4366" /><Relationship Type="http://schemas.openxmlformats.org/officeDocument/2006/relationships/slide" Target="/ppt/slides/slide7.xml" Id="Rb8fc6fe78fe94671" /><Relationship Type="http://schemas.openxmlformats.org/officeDocument/2006/relationships/slide" Target="/ppt/slides/slide8.xml" Id="Rf1807a6e92db4dbb" /><Relationship Type="http://schemas.openxmlformats.org/officeDocument/2006/relationships/slide" Target="/ppt/slides/slide9.xml" Id="Ra990dd8fc54e49e7" /><Relationship Type="http://schemas.openxmlformats.org/officeDocument/2006/relationships/slide" Target="/ppt/slides/slide10.xml" Id="R98b5dec0ffc94c06" /><Relationship Type="http://schemas.openxmlformats.org/officeDocument/2006/relationships/slide" Target="/ppt/slides/slide11.xml" Id="R3e7f134542364a79" /><Relationship Type="http://schemas.openxmlformats.org/officeDocument/2006/relationships/slide" Target="/ppt/slides/slide12.xml" Id="Rc84a3e425f284d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e647b0652040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5800be9c6041e4" /><Relationship Type="http://schemas.openxmlformats.org/officeDocument/2006/relationships/notesMaster" Target="/ppt/notesMasters/notesMaster1.xml" Id="Rc59ba09ce7ab47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96b12554f64d52" /><Relationship Type="http://schemas.openxmlformats.org/officeDocument/2006/relationships/notesMaster" Target="/ppt/notesMasters/notesMaster1.xml" Id="Rc0bff044fd0748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1b2aa46a940ec" /><Relationship Type="http://schemas.openxmlformats.org/officeDocument/2006/relationships/notesMaster" Target="/ppt/notesMasters/notesMaster1.xml" Id="R2d894ad300f649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0b8fd49b4b4551" /><Relationship Type="http://schemas.openxmlformats.org/officeDocument/2006/relationships/notesMaster" Target="/ppt/notesMasters/notesMaster1.xml" Id="R9cc2f436f5d842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c6bd71086d4a9d" /><Relationship Type="http://schemas.openxmlformats.org/officeDocument/2006/relationships/notesMaster" Target="/ppt/notesMasters/notesMaster1.xml" Id="R981e9dbb9af143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39c7be57d547cf" /><Relationship Type="http://schemas.openxmlformats.org/officeDocument/2006/relationships/notesMaster" Target="/ppt/notesMasters/notesMaster1.xml" Id="Rdfe2d359c80e42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68829746aa418f" /><Relationship Type="http://schemas.openxmlformats.org/officeDocument/2006/relationships/notesMaster" Target="/ppt/notesMasters/notesMaster1.xml" Id="R3fc073bfa7b544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badeff6b4f4ebd" /><Relationship Type="http://schemas.openxmlformats.org/officeDocument/2006/relationships/notesMaster" Target="/ppt/notesMasters/notesMaster1.xml" Id="Rc9dca7c1c9044b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cd1a622be24406" /><Relationship Type="http://schemas.openxmlformats.org/officeDocument/2006/relationships/notesMaster" Target="/ppt/notesMasters/notesMaster1.xml" Id="R360c6c968e4e48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9380995aba494f" /><Relationship Type="http://schemas.openxmlformats.org/officeDocument/2006/relationships/notesMaster" Target="/ppt/notesMasters/notesMaster1.xml" Id="Rb4e2b8a26dc841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ddc64259ea464b" /><Relationship Type="http://schemas.openxmlformats.org/officeDocument/2006/relationships/notesMaster" Target="/ppt/notesMasters/notesMaster1.xml" Id="R1f86117466bc46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b6db8bb1ed4db4" /><Relationship Type="http://schemas.openxmlformats.org/officeDocument/2006/relationships/notesMaster" Target="/ppt/notesMasters/notesMaster1.xml" Id="Rf707cb5eaa554e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建议45秒。我们的重点是建立可复核的分析证据。先导实验发现标签问题；确认实验中概率有所改善，但未知拒识仍不可靠。后续不以单一高分概括可信性。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来源：本组PROTOCOL.md及results/metrics.json。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建议55秒。校准关注概率与频率的关系，共形通常在相应数据条件下提供边际覆盖。适用域是输入支持问题，拒识进一步决定何时转交复测。解释模型需要额外的化学和对照证据。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来源：Guo et al. 2017 https://proceedings.mlr.press/v70/guo17a.html；Angelopoulos &amp; Bates v6 https://arxiv.org/abs/2107.07511v6；Jackson &amp; Mudholkar 1979；论文表2。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65秒。来源字段不是天然无误的真值。冲突发现于所下载的RamanLab整理库，不据此指责整个原RRUFF项目。没有在看过的测试集上改标后宣称性能提升。新任务只按理想式字符串定义有限规则类，不能替代完整矿物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来源：RamanLab v1 https://doi.org/10.5281/zenodo.15717961；CSIRO https://spectroscopy.csiro.au/material/Gasp%C3%A9ite；AUDIT_LOG.md。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建议60秒。固定532 nm、已处理且非定向的谱，窗口200到1200 cm⁻¹，插值间隔2 cm⁻¹共501点。未知含Si和O且不含CO3、SO4、PO4、AsO4，可能有SiO2，不统称硅酸盐。化学式仅生成标签，不进入模型。编号隔离不等于矿物种、产地和仪器批次隔离。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来源：data/data_audit.json；data/sample_manifest.csv；PROTOCOL.md。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建议55秒。均值可帮助观察峰区，但掩盖类内变化。训练集PCA图与全部501点分析见论文图3。我们没有根据测试谱的视觉分离程度选样。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来源：results/evaluation_arrays.npz，roles=train；图3。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60秒。每折重新拟合PCA，候选维数5、10、20，C为0.1、1、10，按验证NLL选择。温度优化在30个校准样品上完成。T²和Q分别除以训练95%分位数再取较大值；阈值按专用验证集90%经验分位数higher约定。这个90%不是未知检出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来源：PROTOCOL.md；results/inner_cv_results.csv；results/metrics.json。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65秒。正温度不改变类别排序，准确率与宏F1保持不变。NLL、Brier是概率质量指标，不都是纯校准误差。配对区间来自2000次重采样，仅描述这36个编号，不包括划分、标签与仪器变化。可靠性图每箱数量与Wilson区间见论文图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来源：results/metrics.json known_before/known_after及paired_nll_delta_after_minus_before。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60秒。未知接受率分母为100个未知，而条件错误率分母为34个已接受已知。主规则接受81个未知，区间72.2%到87.5%。AUROC并不说明预设阈值可用。附加概率基线接受95个未知。没有用最终测试重新挑阈值后替换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来源：论文表5；results/metrics.json tq_rejection/msp_reference。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曲线是固定测试输出上的描述性排序，不提供严格风险控制保证。混合已接受115个中94个错误，错误率81.7%，受人为未知比例影响。部署未知比例改变时不能照搬。可以现场打开交互页面演示全接受和全拒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来源：results/evaluation_arrays.npz；论文图5；interactive/index.html。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建议55秒。两个样品的原始来源理想式和全窗口SNV谱见论文图6和sample_manifest.csv。模型归因或峰形观察只能产生待检验解释。确认实验没有把来源分类当作化学真值，也未对所有理想式作全面鉴定。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来源：results/metrics.json failure_analysis；data/sample_manifest.csv；论文图6。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建议55秒。准确率61.1%到77.8%，未知接受率52%到85%。同一数据池的随机划分主要检查开发边界敏感性，不能据此声称跨仪器稳定。下一步需要按矿物种和仪器等真实推广对象留出。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来源：results/metrics.json sensitivity_runs，明确5个种子。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现场演示准备：打开interactive/index.html，预设阈值可见34个已知和81个未知被接受，全拒识时错误率记不适用。所有资源已有离线包。课程GitHub提交与PR合并需要在实际仓库核对，不能把本地文件准备等同于完成仓库提交。收尾可讨论为什么标签核查也属于可信智能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来源：README.md、PROTOCOL.md、verification.json；完整参考文献见论文。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25cfa5d4447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f02ef7c9242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da29b665941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6732837e444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d16fbd6dd4c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38fd0d66146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5CD9E0-8A1E-49E5-8D50-38006526D8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BBC0D6-0655-4A44-9321-62A3430505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982A4F-B125-476A-B764-120079392F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E6342-8B74-482F-B6C7-DD83DAF035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0C518E-46F4-4B22-B395-FD77951EC5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3CC340-909E-48EE-BC28-43ED24144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FD5966-333D-4443-BB13-BCC4DD18BD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04B74D-0D5B-4007-B66D-A3A9EE253A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398540-D4E0-4782-A691-F04AA733AB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B7A35A-9A62-483B-90F0-E5E2129D3B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dbce1bceed466c" /><Relationship Type="http://schemas.openxmlformats.org/officeDocument/2006/relationships/slideLayout" Target="/ppt/slideLayouts/slideLayout1.xml" Id="R49106c967cf74f9a" /><Relationship Type="http://schemas.openxmlformats.org/officeDocument/2006/relationships/slideLayout" Target="/ppt/slideLayouts/slideLayout2.xml" Id="Ra2926001351947cf" /><Relationship Type="http://schemas.openxmlformats.org/officeDocument/2006/relationships/slideLayout" Target="/ppt/slideLayouts/slideLayout3.xml" Id="R6ba2c859e77f47a4" /><Relationship Type="http://schemas.openxmlformats.org/officeDocument/2006/relationships/slideLayout" Target="/ppt/slideLayouts/slideLayout4.xml" Id="R16aa08e8d8a842cb" /><Relationship Type="http://schemas.openxmlformats.org/officeDocument/2006/relationships/slideLayout" Target="/ppt/slideLayouts/slideLayout5.xml" Id="Re67cdb95df824cac" /><Relationship Type="http://schemas.openxmlformats.org/officeDocument/2006/relationships/slideLayout" Target="/ppt/slideLayouts/slideLayout6.xml" Id="R43a6dafbd7e341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106c967cf74f9a"/>
    <p:sldLayoutId xmlns:r="http://schemas.openxmlformats.org/officeDocument/2006/relationships" id="2147483650" r:id="Ra2926001351947cf"/>
    <p:sldLayoutId xmlns:r="http://schemas.openxmlformats.org/officeDocument/2006/relationships" id="2147483651" r:id="R6ba2c859e77f47a4"/>
    <p:sldLayoutId xmlns:r="http://schemas.openxmlformats.org/officeDocument/2006/relationships" id="2147483652" r:id="R16aa08e8d8a842cb"/>
    <p:sldLayoutId xmlns:r="http://schemas.openxmlformats.org/officeDocument/2006/relationships" id="2147483653" r:id="Re67cdb95df824cac"/>
    <p:sldLayoutId xmlns:r="http://schemas.openxmlformats.org/officeDocument/2006/relationships" id="2147483654" r:id="R43a6dafbd7e341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057ab5206343c8" /><Relationship Type="http://schemas.openxmlformats.org/officeDocument/2006/relationships/notesSlide" Target="/ppt/notesSlides/notesSlide1.xml" Id="R0821f0603fcb49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08537ee8448d4" /><Relationship Type="http://schemas.openxmlformats.org/officeDocument/2006/relationships/notesSlide" Target="/ppt/notesSlides/notesSlide2.xml" Id="R1f91b58537d347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819208d3b4e65" /><Relationship Type="http://schemas.openxmlformats.org/officeDocument/2006/relationships/notesSlide" Target="/ppt/notesSlides/notesSlide3.xml" Id="R02f46b6484e9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b4961b26048db" /><Relationship Type="http://schemas.openxmlformats.org/officeDocument/2006/relationships/notesSlide" Target="/ppt/notesSlides/notesSlide4.xml" Id="R0cd43e6f21ea4c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aa8505b004354" /><Relationship Type="http://schemas.openxmlformats.org/officeDocument/2006/relationships/chart" Target="/ppt/slides/charts/chart1.xml" Id="R655b3e50fcef41f8" /><Relationship Type="http://schemas.openxmlformats.org/officeDocument/2006/relationships/notesSlide" Target="/ppt/notesSlides/notesSlide5.xml" Id="Rb673db5a3c744f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bc53a754b454b" /><Relationship Type="http://schemas.openxmlformats.org/officeDocument/2006/relationships/notesSlide" Target="/ppt/notesSlides/notesSlide6.xml" Id="R402ccabf8ba345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53d1d4a8f4f6e" /><Relationship Type="http://schemas.openxmlformats.org/officeDocument/2006/relationships/chart" Target="/ppt/slides/charts/chart2.xml" Id="R1e56e6c86ba248fb" /><Relationship Type="http://schemas.openxmlformats.org/officeDocument/2006/relationships/notesSlide" Target="/ppt/notesSlides/notesSlide7.xml" Id="R921af49adc874f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9aa96954b4653" /><Relationship Type="http://schemas.openxmlformats.org/officeDocument/2006/relationships/chart" Target="/ppt/slides/charts/chart3.xml" Id="Rfa0669d44d87460f" /><Relationship Type="http://schemas.openxmlformats.org/officeDocument/2006/relationships/notesSlide" Target="/ppt/notesSlides/notesSlide8.xml" Id="R60949eeb7b2a4b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ff63124924a19" /><Relationship Type="http://schemas.openxmlformats.org/officeDocument/2006/relationships/chart" Target="/ppt/slides/charts/chart4.xml" Id="R909dc2cb31394a75" /><Relationship Type="http://schemas.openxmlformats.org/officeDocument/2006/relationships/notesSlide" Target="/ppt/notesSlides/notesSlide9.xml" Id="R381b3368d3a846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cf1ae4c2042d1" /><Relationship Type="http://schemas.openxmlformats.org/officeDocument/2006/relationships/notesSlide" Target="/ppt/notesSlides/notesSlide10.xml" Id="Rb3d8103514854f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9c0aa4c69451e" /><Relationship Type="http://schemas.openxmlformats.org/officeDocument/2006/relationships/notesSlide" Target="/ppt/notesSlides/notesSlide11.xml" Id="R555d0df985a34c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c05d8a49a4e9d" /><Relationship Type="http://schemas.openxmlformats.org/officeDocument/2006/relationships/notesSlide" Target="/ppt/notesSlides/notesSlide12.xml" Id="R63f84bdf94324d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训练集平均拉曼谱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F3C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Carbonate</c:v>
          </c:tx>
          <c:spPr>
            <a:ln xmlns:a="http://schemas.openxmlformats.org/drawingml/2006/main" w="19050">
              <a:solidFill>
                <a:srgbClr val="235F74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200</c:v>
                </c:pt>
                <c:pt idx="1">
                  <c:v>210</c:v>
                </c:pt>
                <c:pt idx="2">
                  <c:v>220</c:v>
                </c:pt>
                <c:pt idx="3">
                  <c:v>230</c:v>
                </c:pt>
                <c:pt idx="4">
                  <c:v>240</c:v>
                </c:pt>
                <c:pt idx="5">
                  <c:v>250</c:v>
                </c:pt>
                <c:pt idx="6">
                  <c:v>260</c:v>
                </c:pt>
                <c:pt idx="7">
                  <c:v>270</c:v>
                </c:pt>
                <c:pt idx="8">
                  <c:v>280</c:v>
                </c:pt>
                <c:pt idx="9">
                  <c:v>290</c:v>
                </c:pt>
                <c:pt idx="10">
                  <c:v>300</c:v>
                </c:pt>
                <c:pt idx="11">
                  <c:v>310</c:v>
                </c:pt>
                <c:pt idx="12">
                  <c:v>320</c:v>
                </c:pt>
                <c:pt idx="13">
                  <c:v>330</c:v>
                </c:pt>
                <c:pt idx="14">
                  <c:v>340</c:v>
                </c:pt>
                <c:pt idx="15">
                  <c:v>350</c:v>
                </c:pt>
                <c:pt idx="16">
                  <c:v>360</c:v>
                </c:pt>
                <c:pt idx="17">
                  <c:v>370</c:v>
                </c:pt>
                <c:pt idx="18">
                  <c:v>380</c:v>
                </c:pt>
                <c:pt idx="19">
                  <c:v>390</c:v>
                </c:pt>
                <c:pt idx="20">
                  <c:v>400</c:v>
                </c:pt>
                <c:pt idx="21">
                  <c:v>410</c:v>
                </c:pt>
                <c:pt idx="22">
                  <c:v>420</c:v>
                </c:pt>
                <c:pt idx="23">
                  <c:v>430</c:v>
                </c:pt>
                <c:pt idx="24">
                  <c:v>440</c:v>
                </c:pt>
                <c:pt idx="25">
                  <c:v>450</c:v>
                </c:pt>
                <c:pt idx="26">
                  <c:v>460</c:v>
                </c:pt>
                <c:pt idx="27">
                  <c:v>470</c:v>
                </c:pt>
                <c:pt idx="28">
                  <c:v>480</c:v>
                </c:pt>
                <c:pt idx="29">
                  <c:v>490</c:v>
                </c:pt>
                <c:pt idx="30">
                  <c:v>500</c:v>
                </c:pt>
                <c:pt idx="31">
                  <c:v>510</c:v>
                </c:pt>
                <c:pt idx="32">
                  <c:v>520</c:v>
                </c:pt>
                <c:pt idx="33">
                  <c:v>530</c:v>
                </c:pt>
                <c:pt idx="34">
                  <c:v>540</c:v>
                </c:pt>
                <c:pt idx="35">
                  <c:v>550</c:v>
                </c:pt>
                <c:pt idx="36">
                  <c:v>560</c:v>
                </c:pt>
                <c:pt idx="37">
                  <c:v>570</c:v>
                </c:pt>
                <c:pt idx="38">
                  <c:v>580</c:v>
                </c:pt>
                <c:pt idx="39">
                  <c:v>590</c:v>
                </c:pt>
                <c:pt idx="40">
                  <c:v>600</c:v>
                </c:pt>
                <c:pt idx="41">
                  <c:v>610</c:v>
                </c:pt>
                <c:pt idx="42">
                  <c:v>620</c:v>
                </c:pt>
                <c:pt idx="43">
                  <c:v>630</c:v>
                </c:pt>
                <c:pt idx="44">
                  <c:v>640</c:v>
                </c:pt>
                <c:pt idx="45">
                  <c:v>650</c:v>
                </c:pt>
                <c:pt idx="46">
                  <c:v>660</c:v>
                </c:pt>
                <c:pt idx="47">
                  <c:v>670</c:v>
                </c:pt>
                <c:pt idx="48">
                  <c:v>680</c:v>
                </c:pt>
                <c:pt idx="49">
                  <c:v>690</c:v>
                </c:pt>
                <c:pt idx="50">
                  <c:v>700</c:v>
                </c:pt>
                <c:pt idx="51">
                  <c:v>710</c:v>
                </c:pt>
                <c:pt idx="52">
                  <c:v>720</c:v>
                </c:pt>
                <c:pt idx="53">
                  <c:v>730</c:v>
                </c:pt>
                <c:pt idx="54">
                  <c:v>740</c:v>
                </c:pt>
                <c:pt idx="55">
                  <c:v>750</c:v>
                </c:pt>
                <c:pt idx="56">
                  <c:v>760</c:v>
                </c:pt>
                <c:pt idx="57">
                  <c:v>770</c:v>
                </c:pt>
                <c:pt idx="58">
                  <c:v>780</c:v>
                </c:pt>
                <c:pt idx="59">
                  <c:v>790</c:v>
                </c:pt>
                <c:pt idx="60">
                  <c:v>800</c:v>
                </c:pt>
                <c:pt idx="61">
                  <c:v>810</c:v>
                </c:pt>
                <c:pt idx="62">
                  <c:v>820</c:v>
                </c:pt>
                <c:pt idx="63">
                  <c:v>830</c:v>
                </c:pt>
                <c:pt idx="64">
                  <c:v>840</c:v>
                </c:pt>
                <c:pt idx="65">
                  <c:v>850</c:v>
                </c:pt>
                <c:pt idx="66">
                  <c:v>860</c:v>
                </c:pt>
                <c:pt idx="67">
                  <c:v>870</c:v>
                </c:pt>
                <c:pt idx="68">
                  <c:v>880</c:v>
                </c:pt>
                <c:pt idx="69">
                  <c:v>890</c:v>
                </c:pt>
                <c:pt idx="70">
                  <c:v>900</c:v>
                </c:pt>
                <c:pt idx="71">
                  <c:v>910</c:v>
                </c:pt>
                <c:pt idx="72">
                  <c:v>920</c:v>
                </c:pt>
                <c:pt idx="73">
                  <c:v>930</c:v>
                </c:pt>
                <c:pt idx="74">
                  <c:v>940</c:v>
                </c:pt>
                <c:pt idx="75">
                  <c:v>950</c:v>
                </c:pt>
                <c:pt idx="76">
                  <c:v>960</c:v>
                </c:pt>
                <c:pt idx="77">
                  <c:v>970</c:v>
                </c:pt>
                <c:pt idx="78">
                  <c:v>980</c:v>
                </c:pt>
                <c:pt idx="79">
                  <c:v>990</c:v>
                </c:pt>
                <c:pt idx="80">
                  <c:v>1000</c:v>
                </c:pt>
                <c:pt idx="81">
                  <c:v>1010</c:v>
                </c:pt>
                <c:pt idx="82">
                  <c:v>1020</c:v>
                </c:pt>
                <c:pt idx="83">
                  <c:v>1030</c:v>
                </c:pt>
                <c:pt idx="84">
                  <c:v>1040</c:v>
                </c:pt>
                <c:pt idx="85">
                  <c:v>1050</c:v>
                </c:pt>
                <c:pt idx="86">
                  <c:v>1060</c:v>
                </c:pt>
                <c:pt idx="87">
                  <c:v>1070</c:v>
                </c:pt>
                <c:pt idx="88">
                  <c:v>1080</c:v>
                </c:pt>
                <c:pt idx="89">
                  <c:v>1090</c:v>
                </c:pt>
                <c:pt idx="90">
                  <c:v>1100</c:v>
                </c:pt>
                <c:pt idx="91">
                  <c:v>1110</c:v>
                </c:pt>
                <c:pt idx="92">
                  <c:v>1120</c:v>
                </c:pt>
                <c:pt idx="93">
                  <c:v>1130</c:v>
                </c:pt>
                <c:pt idx="94">
                  <c:v>1140</c:v>
                </c:pt>
                <c:pt idx="95">
                  <c:v>1150</c:v>
                </c:pt>
                <c:pt idx="96">
                  <c:v>1160</c:v>
                </c:pt>
                <c:pt idx="97">
                  <c:v>1170</c:v>
                </c:pt>
                <c:pt idx="98">
                  <c:v>1180</c:v>
                </c:pt>
                <c:pt idx="99">
                  <c:v>1190</c:v>
                </c:pt>
                <c:pt idx="100">
                  <c:v>1200</c:v>
                </c:pt>
              </c:numCache>
            </c:numRef>
          </c:xVal>
          <c:yVal>
            <c:numRef>
              <c:f>'Chart Data'!$B$2:$B$102</c:f>
              <c:numCache>
                <c:formatCode>General</c:formatCode>
                <c:ptCount val="101"/>
                <c:pt idx="0">
                  <c:v>0.242364678633</c:v>
                </c:pt>
                <c:pt idx="1">
                  <c:v>0.220354763877</c:v>
                </c:pt>
                <c:pt idx="2">
                  <c:v>0.100144857062</c:v>
                </c:pt>
                <c:pt idx="3">
                  <c:v>0.0676299332257</c:v>
                </c:pt>
                <c:pt idx="4">
                  <c:v>0.166889353948</c:v>
                </c:pt>
                <c:pt idx="5">
                  <c:v>0.347770563526</c:v>
                </c:pt>
                <c:pt idx="6">
                  <c:v>0.322220784944</c:v>
                </c:pt>
                <c:pt idx="7">
                  <c:v>0.113098044044</c:v>
                </c:pt>
                <c:pt idx="8">
                  <c:v>0.0875652039219</c:v>
                </c:pt>
                <c:pt idx="9">
                  <c:v>0.107948968436</c:v>
                </c:pt>
                <c:pt idx="10">
                  <c:v>0.0970316744091</c:v>
                </c:pt>
                <c:pt idx="11">
                  <c:v>0.106914719112</c:v>
                </c:pt>
                <c:pt idx="12">
                  <c:v>-0.00295271062443</c:v>
                </c:pt>
                <c:pt idx="13">
                  <c:v>-0.0970093373754</c:v>
                </c:pt>
                <c:pt idx="14">
                  <c:v>-0.151902440985</c:v>
                </c:pt>
                <c:pt idx="15">
                  <c:v>-0.121156897731</c:v>
                </c:pt>
                <c:pt idx="16">
                  <c:v>-0.154759299174</c:v>
                </c:pt>
                <c:pt idx="17">
                  <c:v>-0.108616730933</c:v>
                </c:pt>
                <c:pt idx="18">
                  <c:v>0.147908515264</c:v>
                </c:pt>
                <c:pt idx="19">
                  <c:v>0.436576284763</c:v>
                </c:pt>
                <c:pt idx="20">
                  <c:v>0.476988114927</c:v>
                </c:pt>
                <c:pt idx="21">
                  <c:v>0.237589740429</c:v>
                </c:pt>
                <c:pt idx="22">
                  <c:v>0.138351583779</c:v>
                </c:pt>
                <c:pt idx="23">
                  <c:v>0.0974665728113</c:v>
                </c:pt>
                <c:pt idx="24">
                  <c:v>-0.0983035237381</c:v>
                </c:pt>
                <c:pt idx="25">
                  <c:v>-0.0690816110238</c:v>
                </c:pt>
                <c:pt idx="26">
                  <c:v>0.0175285626904</c:v>
                </c:pt>
                <c:pt idx="27">
                  <c:v>-0.0168123728426</c:v>
                </c:pt>
                <c:pt idx="28">
                  <c:v>-0.120264285349</c:v>
                </c:pt>
                <c:pt idx="29">
                  <c:v>-0.0219895124871</c:v>
                </c:pt>
                <c:pt idx="30">
                  <c:v>-0.0558327092865</c:v>
                </c:pt>
                <c:pt idx="31">
                  <c:v>-0.102716072801</c:v>
                </c:pt>
                <c:pt idx="32">
                  <c:v>0.045610882466</c:v>
                </c:pt>
                <c:pt idx="33">
                  <c:v>0.184758373261</c:v>
                </c:pt>
                <c:pt idx="34">
                  <c:v>0.205395938998</c:v>
                </c:pt>
                <c:pt idx="35">
                  <c:v>-0.0210924745772</c:v>
                </c:pt>
                <c:pt idx="36">
                  <c:v>-0.201796298813</c:v>
                </c:pt>
                <c:pt idx="37">
                  <c:v>-0.226963445531</c:v>
                </c:pt>
                <c:pt idx="38">
                  <c:v>-0.167246606564</c:v>
                </c:pt>
                <c:pt idx="39">
                  <c:v>-0.062527805895</c:v>
                </c:pt>
                <c:pt idx="40">
                  <c:v>-0.147104552908</c:v>
                </c:pt>
                <c:pt idx="41">
                  <c:v>-0.155969035536</c:v>
                </c:pt>
                <c:pt idx="42">
                  <c:v>-0.164931062603</c:v>
                </c:pt>
                <c:pt idx="43">
                  <c:v>-0.235817189504</c:v>
                </c:pt>
                <c:pt idx="44">
                  <c:v>-0.278944532803</c:v>
                </c:pt>
                <c:pt idx="45">
                  <c:v>-0.280739247559</c:v>
                </c:pt>
                <c:pt idx="46">
                  <c:v>-0.258684265578</c:v>
                </c:pt>
                <c:pt idx="47">
                  <c:v>-0.201181573191</c:v>
                </c:pt>
                <c:pt idx="48">
                  <c:v>-0.236953376791</c:v>
                </c:pt>
                <c:pt idx="49">
                  <c:v>-0.146387170056</c:v>
                </c:pt>
                <c:pt idx="50">
                  <c:v>-0.00905163662552</c:v>
                </c:pt>
                <c:pt idx="51">
                  <c:v>-0.13236623786</c:v>
                </c:pt>
                <c:pt idx="52">
                  <c:v>-0.185803224979</c:v>
                </c:pt>
                <c:pt idx="53">
                  <c:v>-0.0787768693911</c:v>
                </c:pt>
                <c:pt idx="54">
                  <c:v>-0.0796934024597</c:v>
                </c:pt>
                <c:pt idx="55">
                  <c:v>-0.155463543407</c:v>
                </c:pt>
                <c:pt idx="56">
                  <c:v>-0.261101660252</c:v>
                </c:pt>
                <c:pt idx="57">
                  <c:v>-0.276618153721</c:v>
                </c:pt>
                <c:pt idx="58">
                  <c:v>-0.229718665518</c:v>
                </c:pt>
                <c:pt idx="59">
                  <c:v>-0.127922055513</c:v>
                </c:pt>
                <c:pt idx="60">
                  <c:v>-0.0197949234701</c:v>
                </c:pt>
                <c:pt idx="61">
                  <c:v>-0.0349090033844</c:v>
                </c:pt>
                <c:pt idx="62">
                  <c:v>0.0409400685419</c:v>
                </c:pt>
                <c:pt idx="63">
                  <c:v>0.153361338297</c:v>
                </c:pt>
                <c:pt idx="64">
                  <c:v>0.00567146523336</c:v>
                </c:pt>
                <c:pt idx="65">
                  <c:v>-0.0475916404732</c:v>
                </c:pt>
                <c:pt idx="66">
                  <c:v>-0.122475711538</c:v>
                </c:pt>
                <c:pt idx="67">
                  <c:v>-0.080020642409</c:v>
                </c:pt>
                <c:pt idx="68">
                  <c:v>0.102635924526</c:v>
                </c:pt>
                <c:pt idx="69">
                  <c:v>-0.155285836621</c:v>
                </c:pt>
                <c:pt idx="70">
                  <c:v>-0.281434470921</c:v>
                </c:pt>
                <c:pt idx="71">
                  <c:v>-0.289047293214</c:v>
                </c:pt>
                <c:pt idx="72">
                  <c:v>-0.284157181152</c:v>
                </c:pt>
                <c:pt idx="73">
                  <c:v>-0.224481671635</c:v>
                </c:pt>
                <c:pt idx="74">
                  <c:v>-0.228488809775</c:v>
                </c:pt>
                <c:pt idx="75">
                  <c:v>-0.279278448074</c:v>
                </c:pt>
                <c:pt idx="76">
                  <c:v>-0.298354881331</c:v>
                </c:pt>
                <c:pt idx="77">
                  <c:v>-0.241699427492</c:v>
                </c:pt>
                <c:pt idx="78">
                  <c:v>-0.0713816824011</c:v>
                </c:pt>
                <c:pt idx="79">
                  <c:v>-0.0751117489348</c:v>
                </c:pt>
                <c:pt idx="80">
                  <c:v>-0.262833378833</c:v>
                </c:pt>
                <c:pt idx="81">
                  <c:v>-0.306116020185</c:v>
                </c:pt>
                <c:pt idx="82">
                  <c:v>-0.303815547611</c:v>
                </c:pt>
                <c:pt idx="83">
                  <c:v>-0.246711035094</c:v>
                </c:pt>
                <c:pt idx="84">
                  <c:v>-0.0292507866376</c:v>
                </c:pt>
                <c:pt idx="85">
                  <c:v>0.157897487976</c:v>
                </c:pt>
                <c:pt idx="86">
                  <c:v>0.467265115146</c:v>
                </c:pt>
                <c:pt idx="87">
                  <c:v>1.11323174249</c:v>
                </c:pt>
                <c:pt idx="88">
                  <c:v>1.66533150036</c:v>
                </c:pt>
                <c:pt idx="89">
                  <c:v>2.36500062648</c:v>
                </c:pt>
                <c:pt idx="90">
                  <c:v>0.64646627251</c:v>
                </c:pt>
                <c:pt idx="91">
                  <c:v>0.15718047652</c:v>
                </c:pt>
                <c:pt idx="92">
                  <c:v>-0.122860421516</c:v>
                </c:pt>
                <c:pt idx="93">
                  <c:v>-0.302616353293</c:v>
                </c:pt>
                <c:pt idx="94">
                  <c:v>-0.320758460985</c:v>
                </c:pt>
                <c:pt idx="95">
                  <c:v>-0.333162235998</c:v>
                </c:pt>
                <c:pt idx="96">
                  <c:v>-0.329650420523</c:v>
                </c:pt>
                <c:pt idx="97">
                  <c:v>-0.328928038481</c:v>
                </c:pt>
                <c:pt idx="98">
                  <c:v>-0.300457665877</c:v>
                </c:pt>
                <c:pt idx="99">
                  <c:v>-0.291499582264</c:v>
                </c:pt>
                <c:pt idx="100">
                  <c:v>-0.304723716117</c:v>
                </c:pt>
              </c:numCache>
            </c:numRef>
          </c:yVal>
          <c:smooth val="0"/>
        </c:ser>
        <c:ser>
          <c:idx val="1"/>
          <c:order val="1"/>
          <c:tx>
            <c:v>Sulphate</c:v>
          </c:tx>
          <c:spPr>
            <a:ln xmlns:a="http://schemas.openxmlformats.org/drawingml/2006/main" w="19050">
              <a:solidFill>
                <a:srgbClr val="BD7136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200</c:v>
                </c:pt>
                <c:pt idx="1">
                  <c:v>210</c:v>
                </c:pt>
                <c:pt idx="2">
                  <c:v>220</c:v>
                </c:pt>
                <c:pt idx="3">
                  <c:v>230</c:v>
                </c:pt>
                <c:pt idx="4">
                  <c:v>240</c:v>
                </c:pt>
                <c:pt idx="5">
                  <c:v>250</c:v>
                </c:pt>
                <c:pt idx="6">
                  <c:v>260</c:v>
                </c:pt>
                <c:pt idx="7">
                  <c:v>270</c:v>
                </c:pt>
                <c:pt idx="8">
                  <c:v>280</c:v>
                </c:pt>
                <c:pt idx="9">
                  <c:v>290</c:v>
                </c:pt>
                <c:pt idx="10">
                  <c:v>300</c:v>
                </c:pt>
                <c:pt idx="11">
                  <c:v>310</c:v>
                </c:pt>
                <c:pt idx="12">
                  <c:v>320</c:v>
                </c:pt>
                <c:pt idx="13">
                  <c:v>330</c:v>
                </c:pt>
                <c:pt idx="14">
                  <c:v>340</c:v>
                </c:pt>
                <c:pt idx="15">
                  <c:v>350</c:v>
                </c:pt>
                <c:pt idx="16">
                  <c:v>360</c:v>
                </c:pt>
                <c:pt idx="17">
                  <c:v>370</c:v>
                </c:pt>
                <c:pt idx="18">
                  <c:v>380</c:v>
                </c:pt>
                <c:pt idx="19">
                  <c:v>390</c:v>
                </c:pt>
                <c:pt idx="20">
                  <c:v>400</c:v>
                </c:pt>
                <c:pt idx="21">
                  <c:v>410</c:v>
                </c:pt>
                <c:pt idx="22">
                  <c:v>420</c:v>
                </c:pt>
                <c:pt idx="23">
                  <c:v>430</c:v>
                </c:pt>
                <c:pt idx="24">
                  <c:v>440</c:v>
                </c:pt>
                <c:pt idx="25">
                  <c:v>450</c:v>
                </c:pt>
                <c:pt idx="26">
                  <c:v>460</c:v>
                </c:pt>
                <c:pt idx="27">
                  <c:v>470</c:v>
                </c:pt>
                <c:pt idx="28">
                  <c:v>480</c:v>
                </c:pt>
                <c:pt idx="29">
                  <c:v>490</c:v>
                </c:pt>
                <c:pt idx="30">
                  <c:v>500</c:v>
                </c:pt>
                <c:pt idx="31">
                  <c:v>510</c:v>
                </c:pt>
                <c:pt idx="32">
                  <c:v>520</c:v>
                </c:pt>
                <c:pt idx="33">
                  <c:v>530</c:v>
                </c:pt>
                <c:pt idx="34">
                  <c:v>540</c:v>
                </c:pt>
                <c:pt idx="35">
                  <c:v>550</c:v>
                </c:pt>
                <c:pt idx="36">
                  <c:v>560</c:v>
                </c:pt>
                <c:pt idx="37">
                  <c:v>570</c:v>
                </c:pt>
                <c:pt idx="38">
                  <c:v>580</c:v>
                </c:pt>
                <c:pt idx="39">
                  <c:v>590</c:v>
                </c:pt>
                <c:pt idx="40">
                  <c:v>600</c:v>
                </c:pt>
                <c:pt idx="41">
                  <c:v>610</c:v>
                </c:pt>
                <c:pt idx="42">
                  <c:v>620</c:v>
                </c:pt>
                <c:pt idx="43">
                  <c:v>630</c:v>
                </c:pt>
                <c:pt idx="44">
                  <c:v>640</c:v>
                </c:pt>
                <c:pt idx="45">
                  <c:v>650</c:v>
                </c:pt>
                <c:pt idx="46">
                  <c:v>660</c:v>
                </c:pt>
                <c:pt idx="47">
                  <c:v>670</c:v>
                </c:pt>
                <c:pt idx="48">
                  <c:v>680</c:v>
                </c:pt>
                <c:pt idx="49">
                  <c:v>690</c:v>
                </c:pt>
                <c:pt idx="50">
                  <c:v>700</c:v>
                </c:pt>
                <c:pt idx="51">
                  <c:v>710</c:v>
                </c:pt>
                <c:pt idx="52">
                  <c:v>720</c:v>
                </c:pt>
                <c:pt idx="53">
                  <c:v>730</c:v>
                </c:pt>
                <c:pt idx="54">
                  <c:v>740</c:v>
                </c:pt>
                <c:pt idx="55">
                  <c:v>750</c:v>
                </c:pt>
                <c:pt idx="56">
                  <c:v>760</c:v>
                </c:pt>
                <c:pt idx="57">
                  <c:v>770</c:v>
                </c:pt>
                <c:pt idx="58">
                  <c:v>780</c:v>
                </c:pt>
                <c:pt idx="59">
                  <c:v>790</c:v>
                </c:pt>
                <c:pt idx="60">
                  <c:v>800</c:v>
                </c:pt>
                <c:pt idx="61">
                  <c:v>810</c:v>
                </c:pt>
                <c:pt idx="62">
                  <c:v>820</c:v>
                </c:pt>
                <c:pt idx="63">
                  <c:v>830</c:v>
                </c:pt>
                <c:pt idx="64">
                  <c:v>840</c:v>
                </c:pt>
                <c:pt idx="65">
                  <c:v>850</c:v>
                </c:pt>
                <c:pt idx="66">
                  <c:v>860</c:v>
                </c:pt>
                <c:pt idx="67">
                  <c:v>870</c:v>
                </c:pt>
                <c:pt idx="68">
                  <c:v>880</c:v>
                </c:pt>
                <c:pt idx="69">
                  <c:v>890</c:v>
                </c:pt>
                <c:pt idx="70">
                  <c:v>900</c:v>
                </c:pt>
                <c:pt idx="71">
                  <c:v>910</c:v>
                </c:pt>
                <c:pt idx="72">
                  <c:v>920</c:v>
                </c:pt>
                <c:pt idx="73">
                  <c:v>930</c:v>
                </c:pt>
                <c:pt idx="74">
                  <c:v>940</c:v>
                </c:pt>
                <c:pt idx="75">
                  <c:v>950</c:v>
                </c:pt>
                <c:pt idx="76">
                  <c:v>960</c:v>
                </c:pt>
                <c:pt idx="77">
                  <c:v>970</c:v>
                </c:pt>
                <c:pt idx="78">
                  <c:v>980</c:v>
                </c:pt>
                <c:pt idx="79">
                  <c:v>990</c:v>
                </c:pt>
                <c:pt idx="80">
                  <c:v>1000</c:v>
                </c:pt>
                <c:pt idx="81">
                  <c:v>1010</c:v>
                </c:pt>
                <c:pt idx="82">
                  <c:v>1020</c:v>
                </c:pt>
                <c:pt idx="83">
                  <c:v>1030</c:v>
                </c:pt>
                <c:pt idx="84">
                  <c:v>1040</c:v>
                </c:pt>
                <c:pt idx="85">
                  <c:v>1050</c:v>
                </c:pt>
                <c:pt idx="86">
                  <c:v>1060</c:v>
                </c:pt>
                <c:pt idx="87">
                  <c:v>1070</c:v>
                </c:pt>
                <c:pt idx="88">
                  <c:v>1080</c:v>
                </c:pt>
                <c:pt idx="89">
                  <c:v>1090</c:v>
                </c:pt>
                <c:pt idx="90">
                  <c:v>1100</c:v>
                </c:pt>
                <c:pt idx="91">
                  <c:v>1110</c:v>
                </c:pt>
                <c:pt idx="92">
                  <c:v>1120</c:v>
                </c:pt>
                <c:pt idx="93">
                  <c:v>1130</c:v>
                </c:pt>
                <c:pt idx="94">
                  <c:v>1140</c:v>
                </c:pt>
                <c:pt idx="95">
                  <c:v>1150</c:v>
                </c:pt>
                <c:pt idx="96">
                  <c:v>1160</c:v>
                </c:pt>
                <c:pt idx="97">
                  <c:v>1170</c:v>
                </c:pt>
                <c:pt idx="98">
                  <c:v>1180</c:v>
                </c:pt>
                <c:pt idx="99">
                  <c:v>1190</c:v>
                </c:pt>
                <c:pt idx="100">
                  <c:v>1200</c:v>
                </c:pt>
              </c:numCache>
            </c:numRef>
          </c:xVal>
          <c:yVal>
            <c:numRef>
              <c:f>'Chart Data'!$D$2:$D$102</c:f>
              <c:numCache>
                <c:formatCode>General</c:formatCode>
                <c:ptCount val="101"/>
                <c:pt idx="0">
                  <c:v>0.162933055154</c:v>
                </c:pt>
                <c:pt idx="1">
                  <c:v>0.358166791967</c:v>
                </c:pt>
                <c:pt idx="2">
                  <c:v>0.585439873171</c:v>
                </c:pt>
                <c:pt idx="3">
                  <c:v>0.493641715723</c:v>
                </c:pt>
                <c:pt idx="4">
                  <c:v>0.152841013239</c:v>
                </c:pt>
                <c:pt idx="5">
                  <c:v>-0.122994925994</c:v>
                </c:pt>
                <c:pt idx="6">
                  <c:v>-0.232903486113</c:v>
                </c:pt>
                <c:pt idx="7">
                  <c:v>-0.259702756733</c:v>
                </c:pt>
                <c:pt idx="8">
                  <c:v>-0.206062152113</c:v>
                </c:pt>
                <c:pt idx="9">
                  <c:v>-0.0307115029395</c:v>
                </c:pt>
                <c:pt idx="10">
                  <c:v>-0.051733795648</c:v>
                </c:pt>
                <c:pt idx="11">
                  <c:v>-0.0793529444855</c:v>
                </c:pt>
                <c:pt idx="12">
                  <c:v>-0.0385219288485</c:v>
                </c:pt>
                <c:pt idx="13">
                  <c:v>-0.144550043609</c:v>
                </c:pt>
                <c:pt idx="14">
                  <c:v>-0.148894084618</c:v>
                </c:pt>
                <c:pt idx="15">
                  <c:v>-0.187860519411</c:v>
                </c:pt>
                <c:pt idx="16">
                  <c:v>-0.144310667573</c:v>
                </c:pt>
                <c:pt idx="17">
                  <c:v>-0.0486773530062</c:v>
                </c:pt>
                <c:pt idx="18">
                  <c:v>0.189691351012</c:v>
                </c:pt>
                <c:pt idx="19">
                  <c:v>0.247685881579</c:v>
                </c:pt>
                <c:pt idx="20">
                  <c:v>0.096684041777</c:v>
                </c:pt>
                <c:pt idx="21">
                  <c:v>0.0970549327772</c:v>
                </c:pt>
                <c:pt idx="22">
                  <c:v>0.320718231022</c:v>
                </c:pt>
                <c:pt idx="23">
                  <c:v>0.307496962026</c:v>
                </c:pt>
                <c:pt idx="24">
                  <c:v>0.539116347695</c:v>
                </c:pt>
                <c:pt idx="25">
                  <c:v>0.72617659399</c:v>
                </c:pt>
                <c:pt idx="26">
                  <c:v>0.609414083003</c:v>
                </c:pt>
                <c:pt idx="27">
                  <c:v>0.407945295279</c:v>
                </c:pt>
                <c:pt idx="28">
                  <c:v>0.124934695723</c:v>
                </c:pt>
                <c:pt idx="29">
                  <c:v>-0.0644547776952</c:v>
                </c:pt>
                <c:pt idx="30">
                  <c:v>-0.128170103058</c:v>
                </c:pt>
                <c:pt idx="31">
                  <c:v>-0.193624158781</c:v>
                </c:pt>
                <c:pt idx="32">
                  <c:v>-0.263160777825</c:v>
                </c:pt>
                <c:pt idx="33">
                  <c:v>-0.277065117886</c:v>
                </c:pt>
                <c:pt idx="34">
                  <c:v>-0.156025080501</c:v>
                </c:pt>
                <c:pt idx="35">
                  <c:v>-0.00211974014443</c:v>
                </c:pt>
                <c:pt idx="36">
                  <c:v>0.347691767367</c:v>
                </c:pt>
                <c:pt idx="37">
                  <c:v>0.0349383193369</c:v>
                </c:pt>
                <c:pt idx="38">
                  <c:v>-0.132161533802</c:v>
                </c:pt>
                <c:pt idx="39">
                  <c:v>0.0280878288222</c:v>
                </c:pt>
                <c:pt idx="40">
                  <c:v>0.0494378339296</c:v>
                </c:pt>
                <c:pt idx="41">
                  <c:v>0.14879158865</c:v>
                </c:pt>
                <c:pt idx="42">
                  <c:v>0.138904077711</c:v>
                </c:pt>
                <c:pt idx="43">
                  <c:v>-0.0367508282231</c:v>
                </c:pt>
                <c:pt idx="44">
                  <c:v>-0.117296120712</c:v>
                </c:pt>
                <c:pt idx="45">
                  <c:v>-0.278970814625</c:v>
                </c:pt>
                <c:pt idx="46">
                  <c:v>-0.271679736563</c:v>
                </c:pt>
                <c:pt idx="47">
                  <c:v>-0.284296798138</c:v>
                </c:pt>
                <c:pt idx="48">
                  <c:v>-0.327104096161</c:v>
                </c:pt>
                <c:pt idx="49">
                  <c:v>-0.194557059493</c:v>
                </c:pt>
                <c:pt idx="50">
                  <c:v>-0.280496095308</c:v>
                </c:pt>
                <c:pt idx="51">
                  <c:v>-0.362719772382</c:v>
                </c:pt>
                <c:pt idx="52">
                  <c:v>-0.349229105251</c:v>
                </c:pt>
                <c:pt idx="53">
                  <c:v>-0.34380861549</c:v>
                </c:pt>
                <c:pt idx="54">
                  <c:v>-0.366347126006</c:v>
                </c:pt>
                <c:pt idx="55">
                  <c:v>-0.359034827986</c:v>
                </c:pt>
                <c:pt idx="56">
                  <c:v>-0.356592339228</c:v>
                </c:pt>
                <c:pt idx="57">
                  <c:v>-0.311032209292</c:v>
                </c:pt>
                <c:pt idx="58">
                  <c:v>-0.300964665356</c:v>
                </c:pt>
                <c:pt idx="59">
                  <c:v>-0.239324527671</c:v>
                </c:pt>
                <c:pt idx="60">
                  <c:v>-0.0972707800682</c:v>
                </c:pt>
                <c:pt idx="61">
                  <c:v>0.0625713923006</c:v>
                </c:pt>
                <c:pt idx="62">
                  <c:v>0.0115160161007</c:v>
                </c:pt>
                <c:pt idx="63">
                  <c:v>0.0619266459505</c:v>
                </c:pt>
                <c:pt idx="64">
                  <c:v>-0.167533813324</c:v>
                </c:pt>
                <c:pt idx="65">
                  <c:v>-0.302345228796</c:v>
                </c:pt>
                <c:pt idx="66">
                  <c:v>-0.333417607236</c:v>
                </c:pt>
                <c:pt idx="67">
                  <c:v>-0.345151594567</c:v>
                </c:pt>
                <c:pt idx="68">
                  <c:v>-0.366225937907</c:v>
                </c:pt>
                <c:pt idx="69">
                  <c:v>-0.356115136211</c:v>
                </c:pt>
                <c:pt idx="70">
                  <c:v>-0.324046837866</c:v>
                </c:pt>
                <c:pt idx="71">
                  <c:v>-0.293146479388</c:v>
                </c:pt>
                <c:pt idx="72">
                  <c:v>-0.31743300021</c:v>
                </c:pt>
                <c:pt idx="73">
                  <c:v>-0.355027212098</c:v>
                </c:pt>
                <c:pt idx="74">
                  <c:v>-0.328215537309</c:v>
                </c:pt>
                <c:pt idx="75">
                  <c:v>-0.153535898576</c:v>
                </c:pt>
                <c:pt idx="76">
                  <c:v>0.181638263353</c:v>
                </c:pt>
                <c:pt idx="77">
                  <c:v>1.31309269557</c:v>
                </c:pt>
                <c:pt idx="78">
                  <c:v>2.14791093574</c:v>
                </c:pt>
                <c:pt idx="79">
                  <c:v>1.48106732382</c:v>
                </c:pt>
                <c:pt idx="80">
                  <c:v>2.11908452573</c:v>
                </c:pt>
                <c:pt idx="81">
                  <c:v>0.54677110373</c:v>
                </c:pt>
                <c:pt idx="82">
                  <c:v>0.393971769688</c:v>
                </c:pt>
                <c:pt idx="83">
                  <c:v>0.0343872585423</c:v>
                </c:pt>
                <c:pt idx="84">
                  <c:v>-0.0488301543296</c:v>
                </c:pt>
                <c:pt idx="85">
                  <c:v>-0.0377859482953</c:v>
                </c:pt>
                <c:pt idx="86">
                  <c:v>-0.258727766571</c:v>
                </c:pt>
                <c:pt idx="87">
                  <c:v>-0.248063400938</c:v>
                </c:pt>
                <c:pt idx="88">
                  <c:v>-0.161738923897</c:v>
                </c:pt>
                <c:pt idx="89">
                  <c:v>-0.0327917807103</c:v>
                </c:pt>
                <c:pt idx="90">
                  <c:v>0.0851132275048</c:v>
                </c:pt>
                <c:pt idx="91">
                  <c:v>0.10978015963</c:v>
                </c:pt>
                <c:pt idx="92">
                  <c:v>-0.137615778517</c:v>
                </c:pt>
                <c:pt idx="93">
                  <c:v>-0.199753793486</c:v>
                </c:pt>
                <c:pt idx="94">
                  <c:v>-0.231752790637</c:v>
                </c:pt>
                <c:pt idx="95">
                  <c:v>-0.14018511688</c:v>
                </c:pt>
                <c:pt idx="96">
                  <c:v>-0.159883071079</c:v>
                </c:pt>
                <c:pt idx="97">
                  <c:v>-0.231725485088</c:v>
                </c:pt>
                <c:pt idx="98">
                  <c:v>-0.247718603288</c:v>
                </c:pt>
                <c:pt idx="99">
                  <c:v>-0.305315476916</c:v>
                </c:pt>
                <c:pt idx="100">
                  <c:v>-0.290620781735</c:v>
                </c:pt>
              </c:numCache>
            </c:numRef>
          </c:yVal>
          <c:smooth val="0"/>
        </c:ser>
        <c:ser>
          <c:idx val="2"/>
          <c:order val="2"/>
          <c:tx>
            <c:v>Phosphate</c:v>
          </c:tx>
          <c:spPr>
            <a:ln xmlns:a="http://schemas.openxmlformats.org/drawingml/2006/main" w="19050">
              <a:solidFill>
                <a:srgbClr val="67957B"/>
              </a:solidFill>
            </a:ln>
          </c:spPr>
          <c:marker>
            <c:symbol val="none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200</c:v>
                </c:pt>
                <c:pt idx="1">
                  <c:v>210</c:v>
                </c:pt>
                <c:pt idx="2">
                  <c:v>220</c:v>
                </c:pt>
                <c:pt idx="3">
                  <c:v>230</c:v>
                </c:pt>
                <c:pt idx="4">
                  <c:v>240</c:v>
                </c:pt>
                <c:pt idx="5">
                  <c:v>250</c:v>
                </c:pt>
                <c:pt idx="6">
                  <c:v>260</c:v>
                </c:pt>
                <c:pt idx="7">
                  <c:v>270</c:v>
                </c:pt>
                <c:pt idx="8">
                  <c:v>280</c:v>
                </c:pt>
                <c:pt idx="9">
                  <c:v>290</c:v>
                </c:pt>
                <c:pt idx="10">
                  <c:v>300</c:v>
                </c:pt>
                <c:pt idx="11">
                  <c:v>310</c:v>
                </c:pt>
                <c:pt idx="12">
                  <c:v>320</c:v>
                </c:pt>
                <c:pt idx="13">
                  <c:v>330</c:v>
                </c:pt>
                <c:pt idx="14">
                  <c:v>340</c:v>
                </c:pt>
                <c:pt idx="15">
                  <c:v>350</c:v>
                </c:pt>
                <c:pt idx="16">
                  <c:v>360</c:v>
                </c:pt>
                <c:pt idx="17">
                  <c:v>370</c:v>
                </c:pt>
                <c:pt idx="18">
                  <c:v>380</c:v>
                </c:pt>
                <c:pt idx="19">
                  <c:v>390</c:v>
                </c:pt>
                <c:pt idx="20">
                  <c:v>400</c:v>
                </c:pt>
                <c:pt idx="21">
                  <c:v>410</c:v>
                </c:pt>
                <c:pt idx="22">
                  <c:v>420</c:v>
                </c:pt>
                <c:pt idx="23">
                  <c:v>430</c:v>
                </c:pt>
                <c:pt idx="24">
                  <c:v>440</c:v>
                </c:pt>
                <c:pt idx="25">
                  <c:v>450</c:v>
                </c:pt>
                <c:pt idx="26">
                  <c:v>460</c:v>
                </c:pt>
                <c:pt idx="27">
                  <c:v>470</c:v>
                </c:pt>
                <c:pt idx="28">
                  <c:v>480</c:v>
                </c:pt>
                <c:pt idx="29">
                  <c:v>490</c:v>
                </c:pt>
                <c:pt idx="30">
                  <c:v>500</c:v>
                </c:pt>
                <c:pt idx="31">
                  <c:v>510</c:v>
                </c:pt>
                <c:pt idx="32">
                  <c:v>520</c:v>
                </c:pt>
                <c:pt idx="33">
                  <c:v>530</c:v>
                </c:pt>
                <c:pt idx="34">
                  <c:v>540</c:v>
                </c:pt>
                <c:pt idx="35">
                  <c:v>550</c:v>
                </c:pt>
                <c:pt idx="36">
                  <c:v>560</c:v>
                </c:pt>
                <c:pt idx="37">
                  <c:v>570</c:v>
                </c:pt>
                <c:pt idx="38">
                  <c:v>580</c:v>
                </c:pt>
                <c:pt idx="39">
                  <c:v>590</c:v>
                </c:pt>
                <c:pt idx="40">
                  <c:v>600</c:v>
                </c:pt>
                <c:pt idx="41">
                  <c:v>610</c:v>
                </c:pt>
                <c:pt idx="42">
                  <c:v>620</c:v>
                </c:pt>
                <c:pt idx="43">
                  <c:v>630</c:v>
                </c:pt>
                <c:pt idx="44">
                  <c:v>640</c:v>
                </c:pt>
                <c:pt idx="45">
                  <c:v>650</c:v>
                </c:pt>
                <c:pt idx="46">
                  <c:v>660</c:v>
                </c:pt>
                <c:pt idx="47">
                  <c:v>670</c:v>
                </c:pt>
                <c:pt idx="48">
                  <c:v>680</c:v>
                </c:pt>
                <c:pt idx="49">
                  <c:v>690</c:v>
                </c:pt>
                <c:pt idx="50">
                  <c:v>700</c:v>
                </c:pt>
                <c:pt idx="51">
                  <c:v>710</c:v>
                </c:pt>
                <c:pt idx="52">
                  <c:v>720</c:v>
                </c:pt>
                <c:pt idx="53">
                  <c:v>730</c:v>
                </c:pt>
                <c:pt idx="54">
                  <c:v>740</c:v>
                </c:pt>
                <c:pt idx="55">
                  <c:v>750</c:v>
                </c:pt>
                <c:pt idx="56">
                  <c:v>760</c:v>
                </c:pt>
                <c:pt idx="57">
                  <c:v>770</c:v>
                </c:pt>
                <c:pt idx="58">
                  <c:v>780</c:v>
                </c:pt>
                <c:pt idx="59">
                  <c:v>790</c:v>
                </c:pt>
                <c:pt idx="60">
                  <c:v>800</c:v>
                </c:pt>
                <c:pt idx="61">
                  <c:v>810</c:v>
                </c:pt>
                <c:pt idx="62">
                  <c:v>820</c:v>
                </c:pt>
                <c:pt idx="63">
                  <c:v>830</c:v>
                </c:pt>
                <c:pt idx="64">
                  <c:v>840</c:v>
                </c:pt>
                <c:pt idx="65">
                  <c:v>850</c:v>
                </c:pt>
                <c:pt idx="66">
                  <c:v>860</c:v>
                </c:pt>
                <c:pt idx="67">
                  <c:v>870</c:v>
                </c:pt>
                <c:pt idx="68">
                  <c:v>880</c:v>
                </c:pt>
                <c:pt idx="69">
                  <c:v>890</c:v>
                </c:pt>
                <c:pt idx="70">
                  <c:v>900</c:v>
                </c:pt>
                <c:pt idx="71">
                  <c:v>910</c:v>
                </c:pt>
                <c:pt idx="72">
                  <c:v>920</c:v>
                </c:pt>
                <c:pt idx="73">
                  <c:v>930</c:v>
                </c:pt>
                <c:pt idx="74">
                  <c:v>940</c:v>
                </c:pt>
                <c:pt idx="75">
                  <c:v>950</c:v>
                </c:pt>
                <c:pt idx="76">
                  <c:v>960</c:v>
                </c:pt>
                <c:pt idx="77">
                  <c:v>970</c:v>
                </c:pt>
                <c:pt idx="78">
                  <c:v>980</c:v>
                </c:pt>
                <c:pt idx="79">
                  <c:v>990</c:v>
                </c:pt>
                <c:pt idx="80">
                  <c:v>1000</c:v>
                </c:pt>
                <c:pt idx="81">
                  <c:v>1010</c:v>
                </c:pt>
                <c:pt idx="82">
                  <c:v>1020</c:v>
                </c:pt>
                <c:pt idx="83">
                  <c:v>1030</c:v>
                </c:pt>
                <c:pt idx="84">
                  <c:v>1040</c:v>
                </c:pt>
                <c:pt idx="85">
                  <c:v>1050</c:v>
                </c:pt>
                <c:pt idx="86">
                  <c:v>1060</c:v>
                </c:pt>
                <c:pt idx="87">
                  <c:v>1070</c:v>
                </c:pt>
                <c:pt idx="88">
                  <c:v>1080</c:v>
                </c:pt>
                <c:pt idx="89">
                  <c:v>1090</c:v>
                </c:pt>
                <c:pt idx="90">
                  <c:v>1100</c:v>
                </c:pt>
                <c:pt idx="91">
                  <c:v>1110</c:v>
                </c:pt>
                <c:pt idx="92">
                  <c:v>1120</c:v>
                </c:pt>
                <c:pt idx="93">
                  <c:v>1130</c:v>
                </c:pt>
                <c:pt idx="94">
                  <c:v>1140</c:v>
                </c:pt>
                <c:pt idx="95">
                  <c:v>1150</c:v>
                </c:pt>
                <c:pt idx="96">
                  <c:v>1160</c:v>
                </c:pt>
                <c:pt idx="97">
                  <c:v>1170</c:v>
                </c:pt>
                <c:pt idx="98">
                  <c:v>1180</c:v>
                </c:pt>
                <c:pt idx="99">
                  <c:v>1190</c:v>
                </c:pt>
                <c:pt idx="100">
                  <c:v>1200</c:v>
                </c:pt>
              </c:numCache>
            </c:numRef>
          </c:xVal>
          <c:yVal>
            <c:numRef>
              <c:f>'Chart Data'!$F$2:$F$102</c:f>
              <c:numCache>
                <c:formatCode>General</c:formatCode>
                <c:ptCount val="101"/>
                <c:pt idx="0">
                  <c:v>0.10508875291</c:v>
                </c:pt>
                <c:pt idx="1">
                  <c:v>0.14123876588</c:v>
                </c:pt>
                <c:pt idx="2">
                  <c:v>0.415484715572</c:v>
                </c:pt>
                <c:pt idx="3">
                  <c:v>0.450901050573</c:v>
                </c:pt>
                <c:pt idx="4">
                  <c:v>0.0473252926447</c:v>
                </c:pt>
                <c:pt idx="5">
                  <c:v>-0.000152969203753</c:v>
                </c:pt>
                <c:pt idx="6">
                  <c:v>-0.126924377848</c:v>
                </c:pt>
                <c:pt idx="7">
                  <c:v>-0.223397875716</c:v>
                </c:pt>
                <c:pt idx="8">
                  <c:v>0.00355113443802</c:v>
                </c:pt>
                <c:pt idx="9">
                  <c:v>0.165257371603</c:v>
                </c:pt>
                <c:pt idx="10">
                  <c:v>0.141888603015</c:v>
                </c:pt>
                <c:pt idx="11">
                  <c:v>-0.0115150338082</c:v>
                </c:pt>
                <c:pt idx="12">
                  <c:v>-0.114582736009</c:v>
                </c:pt>
                <c:pt idx="13">
                  <c:v>-0.162799664034</c:v>
                </c:pt>
                <c:pt idx="14">
                  <c:v>-0.19320238706</c:v>
                </c:pt>
                <c:pt idx="15">
                  <c:v>-0.208199964392</c:v>
                </c:pt>
                <c:pt idx="16">
                  <c:v>-0.209513111784</c:v>
                </c:pt>
                <c:pt idx="17">
                  <c:v>-0.21700267529</c:v>
                </c:pt>
                <c:pt idx="18">
                  <c:v>-0.24861528226</c:v>
                </c:pt>
                <c:pt idx="19">
                  <c:v>-0.245282496798</c:v>
                </c:pt>
                <c:pt idx="20">
                  <c:v>-0.0832359951556</c:v>
                </c:pt>
                <c:pt idx="21">
                  <c:v>0.124444939963</c:v>
                </c:pt>
                <c:pt idx="22">
                  <c:v>0.343764629905</c:v>
                </c:pt>
                <c:pt idx="23">
                  <c:v>0.427042007283</c:v>
                </c:pt>
                <c:pt idx="24">
                  <c:v>0.58427578499</c:v>
                </c:pt>
                <c:pt idx="25">
                  <c:v>0.451629189812</c:v>
                </c:pt>
                <c:pt idx="26">
                  <c:v>0.402117364503</c:v>
                </c:pt>
                <c:pt idx="27">
                  <c:v>0.0757155114242</c:v>
                </c:pt>
                <c:pt idx="28">
                  <c:v>-0.0382657001559</c:v>
                </c:pt>
                <c:pt idx="29">
                  <c:v>-0.0621602180078</c:v>
                </c:pt>
                <c:pt idx="30">
                  <c:v>-0.124949427478</c:v>
                </c:pt>
                <c:pt idx="31">
                  <c:v>-0.233441226035</c:v>
                </c:pt>
                <c:pt idx="32">
                  <c:v>-0.250016505228</c:v>
                </c:pt>
                <c:pt idx="33">
                  <c:v>-0.234690379727</c:v>
                </c:pt>
                <c:pt idx="34">
                  <c:v>-0.174006020813</c:v>
                </c:pt>
                <c:pt idx="35">
                  <c:v>-0.106115820157</c:v>
                </c:pt>
                <c:pt idx="36">
                  <c:v>0.0908722158909</c:v>
                </c:pt>
                <c:pt idx="37">
                  <c:v>0.0767328049465</c:v>
                </c:pt>
                <c:pt idx="38">
                  <c:v>0.0405403230086</c:v>
                </c:pt>
                <c:pt idx="39">
                  <c:v>0.343867418383</c:v>
                </c:pt>
                <c:pt idx="40">
                  <c:v>0.336313679023</c:v>
                </c:pt>
                <c:pt idx="41">
                  <c:v>0.10662424824</c:v>
                </c:pt>
                <c:pt idx="42">
                  <c:v>-0.0323174248653</c:v>
                </c:pt>
                <c:pt idx="43">
                  <c:v>0.0313019374696</c:v>
                </c:pt>
                <c:pt idx="44">
                  <c:v>-0.0336545277248</c:v>
                </c:pt>
                <c:pt idx="45">
                  <c:v>-0.188496954487</c:v>
                </c:pt>
                <c:pt idx="46">
                  <c:v>-0.281164633118</c:v>
                </c:pt>
                <c:pt idx="47">
                  <c:v>-0.357089397424</c:v>
                </c:pt>
                <c:pt idx="48">
                  <c:v>-0.397336514218</c:v>
                </c:pt>
                <c:pt idx="49">
                  <c:v>-0.406700502181</c:v>
                </c:pt>
                <c:pt idx="50">
                  <c:v>-0.410246026071</c:v>
                </c:pt>
                <c:pt idx="51">
                  <c:v>-0.41987518811</c:v>
                </c:pt>
                <c:pt idx="52">
                  <c:v>-0.426796814746</c:v>
                </c:pt>
                <c:pt idx="53">
                  <c:v>-0.438463339247</c:v>
                </c:pt>
                <c:pt idx="54">
                  <c:v>-0.443933940887</c:v>
                </c:pt>
                <c:pt idx="55">
                  <c:v>-0.43202971666</c:v>
                </c:pt>
                <c:pt idx="56">
                  <c:v>-0.441175153108</c:v>
                </c:pt>
                <c:pt idx="57">
                  <c:v>-0.411422433434</c:v>
                </c:pt>
                <c:pt idx="58">
                  <c:v>-0.426741681357</c:v>
                </c:pt>
                <c:pt idx="59">
                  <c:v>-0.387429106675</c:v>
                </c:pt>
                <c:pt idx="60">
                  <c:v>-0.396739676122</c:v>
                </c:pt>
                <c:pt idx="61">
                  <c:v>-0.401566817961</c:v>
                </c:pt>
                <c:pt idx="62">
                  <c:v>-0.40104966803</c:v>
                </c:pt>
                <c:pt idx="63">
                  <c:v>-0.396610569589</c:v>
                </c:pt>
                <c:pt idx="64">
                  <c:v>-0.381779124949</c:v>
                </c:pt>
                <c:pt idx="65">
                  <c:v>-0.371924704217</c:v>
                </c:pt>
                <c:pt idx="66">
                  <c:v>-0.335183753218</c:v>
                </c:pt>
                <c:pt idx="67">
                  <c:v>-0.327894119665</c:v>
                </c:pt>
                <c:pt idx="68">
                  <c:v>-0.369023076082</c:v>
                </c:pt>
                <c:pt idx="69">
                  <c:v>-0.360962339039</c:v>
                </c:pt>
                <c:pt idx="70">
                  <c:v>-0.344389919418</c:v>
                </c:pt>
                <c:pt idx="71">
                  <c:v>-0.358089344034</c:v>
                </c:pt>
                <c:pt idx="72">
                  <c:v>-0.341203877616</c:v>
                </c:pt>
                <c:pt idx="73">
                  <c:v>-0.314242153035</c:v>
                </c:pt>
                <c:pt idx="74">
                  <c:v>-0.20469834037</c:v>
                </c:pt>
                <c:pt idx="75">
                  <c:v>0.245380811154</c:v>
                </c:pt>
                <c:pt idx="76">
                  <c:v>1.81132576248</c:v>
                </c:pt>
                <c:pt idx="77">
                  <c:v>2.15147988186</c:v>
                </c:pt>
                <c:pt idx="78">
                  <c:v>2.05465300449</c:v>
                </c:pt>
                <c:pt idx="79">
                  <c:v>1.75482422718</c:v>
                </c:pt>
                <c:pt idx="80">
                  <c:v>1.44974201063</c:v>
                </c:pt>
                <c:pt idx="81">
                  <c:v>1.58353886909</c:v>
                </c:pt>
                <c:pt idx="82">
                  <c:v>0.862815212243</c:v>
                </c:pt>
                <c:pt idx="83">
                  <c:v>0.516613840532</c:v>
                </c:pt>
                <c:pt idx="84">
                  <c:v>0.203478429346</c:v>
                </c:pt>
                <c:pt idx="85">
                  <c:v>0.263808836845</c:v>
                </c:pt>
                <c:pt idx="86">
                  <c:v>0.131394049508</c:v>
                </c:pt>
                <c:pt idx="87">
                  <c:v>-0.0734823970912</c:v>
                </c:pt>
                <c:pt idx="88">
                  <c:v>-0.0645489912558</c:v>
                </c:pt>
                <c:pt idx="89">
                  <c:v>-0.16566351276</c:v>
                </c:pt>
                <c:pt idx="90">
                  <c:v>-0.0740531814915</c:v>
                </c:pt>
                <c:pt idx="91">
                  <c:v>0.0709588979664</c:v>
                </c:pt>
                <c:pt idx="92">
                  <c:v>-0.234878559587</c:v>
                </c:pt>
                <c:pt idx="93">
                  <c:v>-0.34207921276</c:v>
                </c:pt>
                <c:pt idx="94">
                  <c:v>-0.33097253428</c:v>
                </c:pt>
                <c:pt idx="95">
                  <c:v>-0.29877161176</c:v>
                </c:pt>
                <c:pt idx="96">
                  <c:v>-0.30815054554</c:v>
                </c:pt>
                <c:pt idx="97">
                  <c:v>-0.343693765655</c:v>
                </c:pt>
                <c:pt idx="98">
                  <c:v>-0.382254431542</c:v>
                </c:pt>
                <c:pt idx="99">
                  <c:v>-0.433478906782</c:v>
                </c:pt>
                <c:pt idx="100">
                  <c:v>-0.422157646887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Mean SNV intensity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1200"/>
          <c:min val="2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Raman shift / cm⁻¹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36A7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已知测试NLL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F3C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NLL</c:v>
          </c:tx>
          <c:spPr>
            <a:solidFill xmlns:a="http://schemas.openxmlformats.org/drawingml/2006/main">
              <a:srgbClr val="235F74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校准前</c:v>
                </c:pt>
                <c:pt idx="1">
                  <c:v>校准后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1.56626037599</c:v>
                </c:pt>
                <c:pt idx="1">
                  <c:v>1.29464408727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Microsoft YaHei"/>
                    <a:ea typeface="Microsoft YaHei"/>
                    <a:cs typeface="Microsoft YaHei"/>
                  </a:rPr>
                  <a:t>校准阶段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Microsoft YaHei"/>
                    <a:ea typeface="Microsoft YaHei"/>
                    <a:cs typeface="Microsoft YaHei"/>
                  </a:rPr>
                  <a:t>NLL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留出未知材料接受率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F3C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未知接受率</c:v>
          </c:tx>
          <c:spPr>
            <a:solidFill xmlns:a="http://schemas.openxmlformats.org/drawingml/2006/main">
              <a:srgbClr val="BD713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T²/Q主规则</c:v>
                </c:pt>
                <c:pt idx="1">
                  <c:v>最大概率参照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81</c:v>
                </c:pt>
                <c:pt idx="1">
                  <c:v>95</c:v>
                </c:pt>
              </c:numCache>
            </c:numRef>
          </c:val>
        </c:ser>
        <c:dLbls>
          <c:numFmt formatCode="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Microsoft YaHei"/>
                    <a:ea typeface="Microsoft YaHei"/>
                    <a:cs typeface="Microsoft YaHei"/>
                  </a:rPr>
                  <a:t>拒识评分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Microsoft YaHei"/>
                    <a:ea typeface="Microsoft YaHei"/>
                    <a:cs typeface="Microsoft YaHei"/>
                  </a:rPr>
                  <a:t>未知接受率 /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风险与接受率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F3C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已知测试</c:v>
          </c:tx>
          <c:spPr>
            <a:ln xmlns:a="http://schemas.openxmlformats.org/drawingml/2006/main" w="19050">
              <a:solidFill>
                <a:srgbClr val="235F74"/>
              </a:solidFill>
            </a:ln>
          </c:spPr>
          <c:marker>
            <c:symbol val="none"/>
          </c:marker>
          <c:xVal>
            <c:numRef>
              <c:f>'Chart Data'!$A$2:$A$37</c:f>
              <c:numCache>
                <c:formatCode>General</c:formatCode>
                <c:ptCount val="36"/>
                <c:pt idx="0">
                  <c:v>0.0277777777778</c:v>
                </c:pt>
                <c:pt idx="1">
                  <c:v>0.0555555555556</c:v>
                </c:pt>
                <c:pt idx="2">
                  <c:v>0.0833333333333</c:v>
                </c:pt>
                <c:pt idx="3">
                  <c:v>0.111111111111</c:v>
                </c:pt>
                <c:pt idx="4">
                  <c:v>0.138888888889</c:v>
                </c:pt>
                <c:pt idx="5">
                  <c:v>0.166666666667</c:v>
                </c:pt>
                <c:pt idx="6">
                  <c:v>0.194444444444</c:v>
                </c:pt>
                <c:pt idx="7">
                  <c:v>0.222222222222</c:v>
                </c:pt>
                <c:pt idx="8">
                  <c:v>0.25</c:v>
                </c:pt>
                <c:pt idx="9">
                  <c:v>0.277777777778</c:v>
                </c:pt>
                <c:pt idx="10">
                  <c:v>0.305555555556</c:v>
                </c:pt>
                <c:pt idx="11">
                  <c:v>0.333333333333</c:v>
                </c:pt>
                <c:pt idx="12">
                  <c:v>0.361111111111</c:v>
                </c:pt>
                <c:pt idx="13">
                  <c:v>0.388888888889</c:v>
                </c:pt>
                <c:pt idx="14">
                  <c:v>0.416666666667</c:v>
                </c:pt>
                <c:pt idx="15">
                  <c:v>0.444444444444</c:v>
                </c:pt>
                <c:pt idx="16">
                  <c:v>0.472222222222</c:v>
                </c:pt>
                <c:pt idx="17">
                  <c:v>0.5</c:v>
                </c:pt>
                <c:pt idx="18">
                  <c:v>0.527777777778</c:v>
                </c:pt>
                <c:pt idx="19">
                  <c:v>0.555555555556</c:v>
                </c:pt>
                <c:pt idx="20">
                  <c:v>0.583333333333</c:v>
                </c:pt>
                <c:pt idx="21">
                  <c:v>0.611111111111</c:v>
                </c:pt>
                <c:pt idx="22">
                  <c:v>0.638888888889</c:v>
                </c:pt>
                <c:pt idx="23">
                  <c:v>0.666666666667</c:v>
                </c:pt>
                <c:pt idx="24">
                  <c:v>0.694444444444</c:v>
                </c:pt>
                <c:pt idx="25">
                  <c:v>0.722222222222</c:v>
                </c:pt>
                <c:pt idx="26">
                  <c:v>0.75</c:v>
                </c:pt>
                <c:pt idx="27">
                  <c:v>0.777777777778</c:v>
                </c:pt>
                <c:pt idx="28">
                  <c:v>0.805555555556</c:v>
                </c:pt>
                <c:pt idx="29">
                  <c:v>0.833333333333</c:v>
                </c:pt>
                <c:pt idx="30">
                  <c:v>0.861111111111</c:v>
                </c:pt>
                <c:pt idx="31">
                  <c:v>0.888888888889</c:v>
                </c:pt>
                <c:pt idx="32">
                  <c:v>0.916666666667</c:v>
                </c:pt>
                <c:pt idx="33">
                  <c:v>0.944444444444</c:v>
                </c:pt>
                <c:pt idx="34">
                  <c:v>0.972222222222</c:v>
                </c:pt>
                <c:pt idx="35">
                  <c:v>1</c:v>
                </c:pt>
              </c:numCache>
            </c:numRef>
          </c:xVal>
          <c:yVal>
            <c:numRef>
              <c:f>'Chart Data'!$B$2:$B$37</c:f>
              <c:numCache>
                <c:formatCode>0%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0.166666666667</c:v>
                </c:pt>
                <c:pt idx="6">
                  <c:v>0.142857142857</c:v>
                </c:pt>
                <c:pt idx="7">
                  <c:v>0.25</c:v>
                </c:pt>
                <c:pt idx="8">
                  <c:v>0.222222222222</c:v>
                </c:pt>
                <c:pt idx="9">
                  <c:v>0.2</c:v>
                </c:pt>
                <c:pt idx="10">
                  <c:v>0.272727272727</c:v>
                </c:pt>
                <c:pt idx="11">
                  <c:v>0.25</c:v>
                </c:pt>
                <c:pt idx="12">
                  <c:v>0.230769230769</c:v>
                </c:pt>
                <c:pt idx="13">
                  <c:v>0.214285714286</c:v>
                </c:pt>
                <c:pt idx="14">
                  <c:v>0.2</c:v>
                </c:pt>
                <c:pt idx="15">
                  <c:v>0.1875</c:v>
                </c:pt>
                <c:pt idx="16">
                  <c:v>0.235294117647</c:v>
                </c:pt>
                <c:pt idx="17">
                  <c:v>0.277777777778</c:v>
                </c:pt>
                <c:pt idx="18">
                  <c:v>0.263157894737</c:v>
                </c:pt>
                <c:pt idx="19">
                  <c:v>0.25</c:v>
                </c:pt>
                <c:pt idx="20">
                  <c:v>0.285714285714</c:v>
                </c:pt>
                <c:pt idx="21">
                  <c:v>0.272727272727</c:v>
                </c:pt>
                <c:pt idx="22">
                  <c:v>0.304347826087</c:v>
                </c:pt>
                <c:pt idx="23">
                  <c:v>0.291666666667</c:v>
                </c:pt>
                <c:pt idx="24">
                  <c:v>0.28</c:v>
                </c:pt>
                <c:pt idx="25">
                  <c:v>0.307692307692</c:v>
                </c:pt>
                <c:pt idx="26">
                  <c:v>0.333333333333</c:v>
                </c:pt>
                <c:pt idx="27">
                  <c:v>0.321428571429</c:v>
                </c:pt>
                <c:pt idx="28">
                  <c:v>0.344827586207</c:v>
                </c:pt>
                <c:pt idx="29">
                  <c:v>0.333333333333</c:v>
                </c:pt>
                <c:pt idx="30">
                  <c:v>0.354838709677</c:v>
                </c:pt>
                <c:pt idx="31">
                  <c:v>0.34375</c:v>
                </c:pt>
                <c:pt idx="32">
                  <c:v>0.363636363636</c:v>
                </c:pt>
                <c:pt idx="33">
                  <c:v>0.382352941176</c:v>
                </c:pt>
                <c:pt idx="34">
                  <c:v>0.371428571429</c:v>
                </c:pt>
                <c:pt idx="35">
                  <c:v>0.388888888889</c:v>
                </c:pt>
              </c:numCache>
            </c:numRef>
          </c:yVal>
          <c:smooth val="0"/>
        </c:ser>
        <c:ser>
          <c:idx val="1"/>
          <c:order val="1"/>
          <c:tx>
            <c:v>已知与未知混合</c:v>
          </c:tx>
          <c:spPr>
            <a:ln xmlns:a="http://schemas.openxmlformats.org/drawingml/2006/main" w="19050">
              <a:solidFill>
                <a:srgbClr val="BD7136"/>
              </a:solidFill>
            </a:ln>
          </c:spPr>
          <c:marker>
            <c:symbol val="none"/>
          </c:marker>
          <c:xVal>
            <c:numRef>
              <c:f>'Chart Data'!$C$2:$C$137</c:f>
              <c:numCache>
                <c:formatCode>General</c:formatCode>
                <c:ptCount val="136"/>
                <c:pt idx="0">
                  <c:v>0.00735294117647</c:v>
                </c:pt>
                <c:pt idx="1">
                  <c:v>0.0147058823529</c:v>
                </c:pt>
                <c:pt idx="2">
                  <c:v>0.0220588235294</c:v>
                </c:pt>
                <c:pt idx="3">
                  <c:v>0.0294117647059</c:v>
                </c:pt>
                <c:pt idx="4">
                  <c:v>0.0367647058824</c:v>
                </c:pt>
                <c:pt idx="5">
                  <c:v>0.0441176470588</c:v>
                </c:pt>
                <c:pt idx="6">
                  <c:v>0.0514705882353</c:v>
                </c:pt>
                <c:pt idx="7">
                  <c:v>0.0588235294118</c:v>
                </c:pt>
                <c:pt idx="8">
                  <c:v>0.0661764705882</c:v>
                </c:pt>
                <c:pt idx="9">
                  <c:v>0.0735294117647</c:v>
                </c:pt>
                <c:pt idx="10">
                  <c:v>0.0808823529412</c:v>
                </c:pt>
                <c:pt idx="11">
                  <c:v>0.0882352941176</c:v>
                </c:pt>
                <c:pt idx="12">
                  <c:v>0.0955882352941</c:v>
                </c:pt>
                <c:pt idx="13">
                  <c:v>0.102941176471</c:v>
                </c:pt>
                <c:pt idx="14">
                  <c:v>0.110294117647</c:v>
                </c:pt>
                <c:pt idx="15">
                  <c:v>0.117647058824</c:v>
                </c:pt>
                <c:pt idx="16">
                  <c:v>0.125</c:v>
                </c:pt>
                <c:pt idx="17">
                  <c:v>0.132352941176</c:v>
                </c:pt>
                <c:pt idx="18">
                  <c:v>0.139705882353</c:v>
                </c:pt>
                <c:pt idx="19">
                  <c:v>0.147058823529</c:v>
                </c:pt>
                <c:pt idx="20">
                  <c:v>0.154411764706</c:v>
                </c:pt>
                <c:pt idx="21">
                  <c:v>0.161764705882</c:v>
                </c:pt>
                <c:pt idx="22">
                  <c:v>0.169117647059</c:v>
                </c:pt>
                <c:pt idx="23">
                  <c:v>0.176470588235</c:v>
                </c:pt>
                <c:pt idx="24">
                  <c:v>0.183823529412</c:v>
                </c:pt>
                <c:pt idx="25">
                  <c:v>0.191176470588</c:v>
                </c:pt>
                <c:pt idx="26">
                  <c:v>0.198529411765</c:v>
                </c:pt>
                <c:pt idx="27">
                  <c:v>0.205882352941</c:v>
                </c:pt>
                <c:pt idx="28">
                  <c:v>0.213235294118</c:v>
                </c:pt>
                <c:pt idx="29">
                  <c:v>0.220588235294</c:v>
                </c:pt>
                <c:pt idx="30">
                  <c:v>0.227941176471</c:v>
                </c:pt>
                <c:pt idx="31">
                  <c:v>0.235294117647</c:v>
                </c:pt>
                <c:pt idx="32">
                  <c:v>0.242647058824</c:v>
                </c:pt>
                <c:pt idx="33">
                  <c:v>0.25</c:v>
                </c:pt>
                <c:pt idx="34">
                  <c:v>0.257352941176</c:v>
                </c:pt>
                <c:pt idx="35">
                  <c:v>0.264705882353</c:v>
                </c:pt>
                <c:pt idx="36">
                  <c:v>0.272058823529</c:v>
                </c:pt>
                <c:pt idx="37">
                  <c:v>0.279411764706</c:v>
                </c:pt>
                <c:pt idx="38">
                  <c:v>0.286764705882</c:v>
                </c:pt>
                <c:pt idx="39">
                  <c:v>0.294117647059</c:v>
                </c:pt>
                <c:pt idx="40">
                  <c:v>0.301470588235</c:v>
                </c:pt>
                <c:pt idx="41">
                  <c:v>0.308823529412</c:v>
                </c:pt>
                <c:pt idx="42">
                  <c:v>0.316176470588</c:v>
                </c:pt>
                <c:pt idx="43">
                  <c:v>0.323529411765</c:v>
                </c:pt>
                <c:pt idx="44">
                  <c:v>0.330882352941</c:v>
                </c:pt>
                <c:pt idx="45">
                  <c:v>0.338235294118</c:v>
                </c:pt>
                <c:pt idx="46">
                  <c:v>0.345588235294</c:v>
                </c:pt>
                <c:pt idx="47">
                  <c:v>0.352941176471</c:v>
                </c:pt>
                <c:pt idx="48">
                  <c:v>0.360294117647</c:v>
                </c:pt>
                <c:pt idx="49">
                  <c:v>0.367647058824</c:v>
                </c:pt>
                <c:pt idx="50">
                  <c:v>0.375</c:v>
                </c:pt>
                <c:pt idx="51">
                  <c:v>0.382352941176</c:v>
                </c:pt>
                <c:pt idx="52">
                  <c:v>0.389705882353</c:v>
                </c:pt>
                <c:pt idx="53">
                  <c:v>0.397058823529</c:v>
                </c:pt>
                <c:pt idx="54">
                  <c:v>0.404411764706</c:v>
                </c:pt>
                <c:pt idx="55">
                  <c:v>0.411764705882</c:v>
                </c:pt>
                <c:pt idx="56">
                  <c:v>0.419117647059</c:v>
                </c:pt>
                <c:pt idx="57">
                  <c:v>0.426470588235</c:v>
                </c:pt>
                <c:pt idx="58">
                  <c:v>0.433823529412</c:v>
                </c:pt>
                <c:pt idx="59">
                  <c:v>0.441176470588</c:v>
                </c:pt>
                <c:pt idx="60">
                  <c:v>0.448529411765</c:v>
                </c:pt>
                <c:pt idx="61">
                  <c:v>0.455882352941</c:v>
                </c:pt>
                <c:pt idx="62">
                  <c:v>0.463235294118</c:v>
                </c:pt>
                <c:pt idx="63">
                  <c:v>0.470588235294</c:v>
                </c:pt>
                <c:pt idx="64">
                  <c:v>0.477941176471</c:v>
                </c:pt>
                <c:pt idx="65">
                  <c:v>0.485294117647</c:v>
                </c:pt>
                <c:pt idx="66">
                  <c:v>0.492647058824</c:v>
                </c:pt>
                <c:pt idx="67">
                  <c:v>0.5</c:v>
                </c:pt>
                <c:pt idx="68">
                  <c:v>0.507352941176</c:v>
                </c:pt>
                <c:pt idx="69">
                  <c:v>0.514705882353</c:v>
                </c:pt>
                <c:pt idx="70">
                  <c:v>0.522058823529</c:v>
                </c:pt>
                <c:pt idx="71">
                  <c:v>0.529411764706</c:v>
                </c:pt>
                <c:pt idx="72">
                  <c:v>0.536764705882</c:v>
                </c:pt>
                <c:pt idx="73">
                  <c:v>0.544117647059</c:v>
                </c:pt>
                <c:pt idx="74">
                  <c:v>0.551470588235</c:v>
                </c:pt>
                <c:pt idx="75">
                  <c:v>0.558823529412</c:v>
                </c:pt>
                <c:pt idx="76">
                  <c:v>0.566176470588</c:v>
                </c:pt>
                <c:pt idx="77">
                  <c:v>0.573529411765</c:v>
                </c:pt>
                <c:pt idx="78">
                  <c:v>0.580882352941</c:v>
                </c:pt>
                <c:pt idx="79">
                  <c:v>0.588235294118</c:v>
                </c:pt>
                <c:pt idx="80">
                  <c:v>0.595588235294</c:v>
                </c:pt>
                <c:pt idx="81">
                  <c:v>0.602941176471</c:v>
                </c:pt>
                <c:pt idx="82">
                  <c:v>0.610294117647</c:v>
                </c:pt>
                <c:pt idx="83">
                  <c:v>0.617647058824</c:v>
                </c:pt>
                <c:pt idx="84">
                  <c:v>0.625</c:v>
                </c:pt>
                <c:pt idx="85">
                  <c:v>0.632352941176</c:v>
                </c:pt>
                <c:pt idx="86">
                  <c:v>0.639705882353</c:v>
                </c:pt>
                <c:pt idx="87">
                  <c:v>0.647058823529</c:v>
                </c:pt>
                <c:pt idx="88">
                  <c:v>0.654411764706</c:v>
                </c:pt>
                <c:pt idx="89">
                  <c:v>0.661764705882</c:v>
                </c:pt>
                <c:pt idx="90">
                  <c:v>0.669117647059</c:v>
                </c:pt>
                <c:pt idx="91">
                  <c:v>0.676470588235</c:v>
                </c:pt>
                <c:pt idx="92">
                  <c:v>0.683823529412</c:v>
                </c:pt>
                <c:pt idx="93">
                  <c:v>0.691176470588</c:v>
                </c:pt>
                <c:pt idx="94">
                  <c:v>0.698529411765</c:v>
                </c:pt>
                <c:pt idx="95">
                  <c:v>0.705882352941</c:v>
                </c:pt>
                <c:pt idx="96">
                  <c:v>0.713235294118</c:v>
                </c:pt>
                <c:pt idx="97">
                  <c:v>0.720588235294</c:v>
                </c:pt>
                <c:pt idx="98">
                  <c:v>0.727941176471</c:v>
                </c:pt>
                <c:pt idx="99">
                  <c:v>0.735294117647</c:v>
                </c:pt>
                <c:pt idx="100">
                  <c:v>0.742647058824</c:v>
                </c:pt>
                <c:pt idx="101">
                  <c:v>0.75</c:v>
                </c:pt>
                <c:pt idx="102">
                  <c:v>0.757352941176</c:v>
                </c:pt>
                <c:pt idx="103">
                  <c:v>0.764705882353</c:v>
                </c:pt>
                <c:pt idx="104">
                  <c:v>0.772058823529</c:v>
                </c:pt>
                <c:pt idx="105">
                  <c:v>0.779411764706</c:v>
                </c:pt>
                <c:pt idx="106">
                  <c:v>0.786764705882</c:v>
                </c:pt>
                <c:pt idx="107">
                  <c:v>0.794117647059</c:v>
                </c:pt>
                <c:pt idx="108">
                  <c:v>0.801470588235</c:v>
                </c:pt>
                <c:pt idx="109">
                  <c:v>0.808823529412</c:v>
                </c:pt>
                <c:pt idx="110">
                  <c:v>0.816176470588</c:v>
                </c:pt>
                <c:pt idx="111">
                  <c:v>0.823529411765</c:v>
                </c:pt>
                <c:pt idx="112">
                  <c:v>0.830882352941</c:v>
                </c:pt>
                <c:pt idx="113">
                  <c:v>0.838235294118</c:v>
                </c:pt>
                <c:pt idx="114">
                  <c:v>0.845588235294</c:v>
                </c:pt>
                <c:pt idx="115">
                  <c:v>0.852941176471</c:v>
                </c:pt>
                <c:pt idx="116">
                  <c:v>0.860294117647</c:v>
                </c:pt>
                <c:pt idx="117">
                  <c:v>0.867647058824</c:v>
                </c:pt>
                <c:pt idx="118">
                  <c:v>0.875</c:v>
                </c:pt>
                <c:pt idx="119">
                  <c:v>0.882352941176</c:v>
                </c:pt>
                <c:pt idx="120">
                  <c:v>0.889705882353</c:v>
                </c:pt>
                <c:pt idx="121">
                  <c:v>0.897058823529</c:v>
                </c:pt>
                <c:pt idx="122">
                  <c:v>0.904411764706</c:v>
                </c:pt>
                <c:pt idx="123">
                  <c:v>0.911764705882</c:v>
                </c:pt>
                <c:pt idx="124">
                  <c:v>0.919117647059</c:v>
                </c:pt>
                <c:pt idx="125">
                  <c:v>0.926470588235</c:v>
                </c:pt>
                <c:pt idx="126">
                  <c:v>0.933823529412</c:v>
                </c:pt>
                <c:pt idx="127">
                  <c:v>0.941176470588</c:v>
                </c:pt>
                <c:pt idx="128">
                  <c:v>0.948529411765</c:v>
                </c:pt>
                <c:pt idx="129">
                  <c:v>0.955882352941</c:v>
                </c:pt>
                <c:pt idx="130">
                  <c:v>0.963235294118</c:v>
                </c:pt>
                <c:pt idx="131">
                  <c:v>0.970588235294</c:v>
                </c:pt>
                <c:pt idx="132">
                  <c:v>0.977941176471</c:v>
                </c:pt>
                <c:pt idx="133">
                  <c:v>0.985294117647</c:v>
                </c:pt>
                <c:pt idx="134">
                  <c:v>0.992647058824</c:v>
                </c:pt>
                <c:pt idx="135">
                  <c:v>1</c:v>
                </c:pt>
              </c:numCache>
            </c:numRef>
          </c:xVal>
          <c:yVal>
            <c:numRef>
              <c:f>'Chart Data'!$D$2:$D$137</c:f>
              <c:numCache>
                <c:formatCode>0%</c:formatCode>
                <c:ptCount val="1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0.166666666667</c:v>
                </c:pt>
                <c:pt idx="6">
                  <c:v>0.142857142857</c:v>
                </c:pt>
                <c:pt idx="7">
                  <c:v>0.25</c:v>
                </c:pt>
                <c:pt idx="8">
                  <c:v>0.333333333333</c:v>
                </c:pt>
                <c:pt idx="9">
                  <c:v>0.3</c:v>
                </c:pt>
                <c:pt idx="10">
                  <c:v>0.272727272727</c:v>
                </c:pt>
                <c:pt idx="11">
                  <c:v>0.333333333333</c:v>
                </c:pt>
                <c:pt idx="12">
                  <c:v>0.307692307692</c:v>
                </c:pt>
                <c:pt idx="13">
                  <c:v>0.357142857143</c:v>
                </c:pt>
                <c:pt idx="14">
                  <c:v>0.333333333333</c:v>
                </c:pt>
                <c:pt idx="15">
                  <c:v>0.3125</c:v>
                </c:pt>
                <c:pt idx="16">
                  <c:v>0.294117647059</c:v>
                </c:pt>
                <c:pt idx="17">
                  <c:v>0.277777777778</c:v>
                </c:pt>
                <c:pt idx="18">
                  <c:v>0.315789473684</c:v>
                </c:pt>
                <c:pt idx="19">
                  <c:v>0.35</c:v>
                </c:pt>
                <c:pt idx="20">
                  <c:v>0.380952380952</c:v>
                </c:pt>
                <c:pt idx="21">
                  <c:v>0.409090909091</c:v>
                </c:pt>
                <c:pt idx="22">
                  <c:v>0.434782608696</c:v>
                </c:pt>
                <c:pt idx="23">
                  <c:v>0.458333333333</c:v>
                </c:pt>
                <c:pt idx="24">
                  <c:v>0.48</c:v>
                </c:pt>
                <c:pt idx="25">
                  <c:v>0.5</c:v>
                </c:pt>
                <c:pt idx="26">
                  <c:v>0.518518518519</c:v>
                </c:pt>
                <c:pt idx="27">
                  <c:v>0.535714285714</c:v>
                </c:pt>
                <c:pt idx="28">
                  <c:v>0.551724137931</c:v>
                </c:pt>
                <c:pt idx="29">
                  <c:v>0.566666666667</c:v>
                </c:pt>
                <c:pt idx="30">
                  <c:v>0.548387096774</c:v>
                </c:pt>
                <c:pt idx="31">
                  <c:v>0.5625</c:v>
                </c:pt>
                <c:pt idx="32">
                  <c:v>0.575757575758</c:v>
                </c:pt>
                <c:pt idx="33">
                  <c:v>0.588235294118</c:v>
                </c:pt>
                <c:pt idx="34">
                  <c:v>0.571428571429</c:v>
                </c:pt>
                <c:pt idx="35">
                  <c:v>0.583333333333</c:v>
                </c:pt>
                <c:pt idx="36">
                  <c:v>0.594594594595</c:v>
                </c:pt>
                <c:pt idx="37">
                  <c:v>0.605263157895</c:v>
                </c:pt>
                <c:pt idx="38">
                  <c:v>0.615384615385</c:v>
                </c:pt>
                <c:pt idx="39">
                  <c:v>0.625</c:v>
                </c:pt>
                <c:pt idx="40">
                  <c:v>0.609756097561</c:v>
                </c:pt>
                <c:pt idx="41">
                  <c:v>0.619047619048</c:v>
                </c:pt>
                <c:pt idx="42">
                  <c:v>0.627906976744</c:v>
                </c:pt>
                <c:pt idx="43">
                  <c:v>0.613636363636</c:v>
                </c:pt>
                <c:pt idx="44">
                  <c:v>0.622222222222</c:v>
                </c:pt>
                <c:pt idx="45">
                  <c:v>0.630434782609</c:v>
                </c:pt>
                <c:pt idx="46">
                  <c:v>0.617021276596</c:v>
                </c:pt>
                <c:pt idx="47">
                  <c:v>0.625</c:v>
                </c:pt>
                <c:pt idx="48">
                  <c:v>0.632653061224</c:v>
                </c:pt>
                <c:pt idx="49">
                  <c:v>0.64</c:v>
                </c:pt>
                <c:pt idx="50">
                  <c:v>0.647058823529</c:v>
                </c:pt>
                <c:pt idx="51">
                  <c:v>0.653846153846</c:v>
                </c:pt>
                <c:pt idx="52">
                  <c:v>0.660377358491</c:v>
                </c:pt>
                <c:pt idx="53">
                  <c:v>0.666666666667</c:v>
                </c:pt>
                <c:pt idx="54">
                  <c:v>0.672727272727</c:v>
                </c:pt>
                <c:pt idx="55">
                  <c:v>0.678571428571</c:v>
                </c:pt>
                <c:pt idx="56">
                  <c:v>0.684210526316</c:v>
                </c:pt>
                <c:pt idx="57">
                  <c:v>0.689655172414</c:v>
                </c:pt>
                <c:pt idx="58">
                  <c:v>0.694915254237</c:v>
                </c:pt>
                <c:pt idx="59">
                  <c:v>0.7</c:v>
                </c:pt>
                <c:pt idx="60">
                  <c:v>0.704918032787</c:v>
                </c:pt>
                <c:pt idx="61">
                  <c:v>0.709677419355</c:v>
                </c:pt>
                <c:pt idx="62">
                  <c:v>0.714285714286</c:v>
                </c:pt>
                <c:pt idx="63">
                  <c:v>0.71875</c:v>
                </c:pt>
                <c:pt idx="64">
                  <c:v>0.723076923077</c:v>
                </c:pt>
                <c:pt idx="65">
                  <c:v>0.727272727273</c:v>
                </c:pt>
                <c:pt idx="66">
                  <c:v>0.731343283582</c:v>
                </c:pt>
                <c:pt idx="67">
                  <c:v>0.735294117647</c:v>
                </c:pt>
                <c:pt idx="68">
                  <c:v>0.739130434783</c:v>
                </c:pt>
                <c:pt idx="69">
                  <c:v>0.742857142857</c:v>
                </c:pt>
                <c:pt idx="70">
                  <c:v>0.746478873239</c:v>
                </c:pt>
                <c:pt idx="71">
                  <c:v>0.736111111111</c:v>
                </c:pt>
                <c:pt idx="72">
                  <c:v>0.739726027397</c:v>
                </c:pt>
                <c:pt idx="73">
                  <c:v>0.743243243243</c:v>
                </c:pt>
                <c:pt idx="74">
                  <c:v>0.746666666667</c:v>
                </c:pt>
                <c:pt idx="75">
                  <c:v>0.75</c:v>
                </c:pt>
                <c:pt idx="76">
                  <c:v>0.753246753247</c:v>
                </c:pt>
                <c:pt idx="77">
                  <c:v>0.75641025641</c:v>
                </c:pt>
                <c:pt idx="78">
                  <c:v>0.746835443038</c:v>
                </c:pt>
                <c:pt idx="79">
                  <c:v>0.75</c:v>
                </c:pt>
                <c:pt idx="80">
                  <c:v>0.753086419753</c:v>
                </c:pt>
                <c:pt idx="81">
                  <c:v>0.756097560976</c:v>
                </c:pt>
                <c:pt idx="82">
                  <c:v>0.759036144578</c:v>
                </c:pt>
                <c:pt idx="83">
                  <c:v>0.761904761905</c:v>
                </c:pt>
                <c:pt idx="84">
                  <c:v>0.764705882353</c:v>
                </c:pt>
                <c:pt idx="85">
                  <c:v>0.767441860465</c:v>
                </c:pt>
                <c:pt idx="86">
                  <c:v>0.770114942529</c:v>
                </c:pt>
                <c:pt idx="87">
                  <c:v>0.772727272727</c:v>
                </c:pt>
                <c:pt idx="88">
                  <c:v>0.775280898876</c:v>
                </c:pt>
                <c:pt idx="89">
                  <c:v>0.777777777778</c:v>
                </c:pt>
                <c:pt idx="90">
                  <c:v>0.78021978022</c:v>
                </c:pt>
                <c:pt idx="91">
                  <c:v>0.782608695652</c:v>
                </c:pt>
                <c:pt idx="92">
                  <c:v>0.784946236559</c:v>
                </c:pt>
                <c:pt idx="93">
                  <c:v>0.776595744681</c:v>
                </c:pt>
                <c:pt idx="94">
                  <c:v>0.778947368421</c:v>
                </c:pt>
                <c:pt idx="95">
                  <c:v>0.78125</c:v>
                </c:pt>
                <c:pt idx="96">
                  <c:v>0.783505154639</c:v>
                </c:pt>
                <c:pt idx="97">
                  <c:v>0.785714285714</c:v>
                </c:pt>
                <c:pt idx="98">
                  <c:v>0.787878787879</c:v>
                </c:pt>
                <c:pt idx="99">
                  <c:v>0.79</c:v>
                </c:pt>
                <c:pt idx="100">
                  <c:v>0.792079207921</c:v>
                </c:pt>
                <c:pt idx="101">
                  <c:v>0.794117647059</c:v>
                </c:pt>
                <c:pt idx="102">
                  <c:v>0.796116504854</c:v>
                </c:pt>
                <c:pt idx="103">
                  <c:v>0.798076923077</c:v>
                </c:pt>
                <c:pt idx="104">
                  <c:v>0.8</c:v>
                </c:pt>
                <c:pt idx="105">
                  <c:v>0.801886792453</c:v>
                </c:pt>
                <c:pt idx="106">
                  <c:v>0.803738317757</c:v>
                </c:pt>
                <c:pt idx="107">
                  <c:v>0.805555555556</c:v>
                </c:pt>
                <c:pt idx="108">
                  <c:v>0.807339449541</c:v>
                </c:pt>
                <c:pt idx="109">
                  <c:v>0.809090909091</c:v>
                </c:pt>
                <c:pt idx="110">
                  <c:v>0.810810810811</c:v>
                </c:pt>
                <c:pt idx="111">
                  <c:v>0.8125</c:v>
                </c:pt>
                <c:pt idx="112">
                  <c:v>0.814159292035</c:v>
                </c:pt>
                <c:pt idx="113">
                  <c:v>0.815789473684</c:v>
                </c:pt>
                <c:pt idx="114">
                  <c:v>0.817391304348</c:v>
                </c:pt>
                <c:pt idx="115">
                  <c:v>0.818965517241</c:v>
                </c:pt>
                <c:pt idx="116">
                  <c:v>0.820512820513</c:v>
                </c:pt>
                <c:pt idx="117">
                  <c:v>0.822033898305</c:v>
                </c:pt>
                <c:pt idx="118">
                  <c:v>0.823529411765</c:v>
                </c:pt>
                <c:pt idx="119">
                  <c:v>0.825</c:v>
                </c:pt>
                <c:pt idx="120">
                  <c:v>0.826446280992</c:v>
                </c:pt>
                <c:pt idx="121">
                  <c:v>0.827868852459</c:v>
                </c:pt>
                <c:pt idx="122">
                  <c:v>0.829268292683</c:v>
                </c:pt>
                <c:pt idx="123">
                  <c:v>0.822580645161</c:v>
                </c:pt>
                <c:pt idx="124">
                  <c:v>0.824</c:v>
                </c:pt>
                <c:pt idx="125">
                  <c:v>0.825396825397</c:v>
                </c:pt>
                <c:pt idx="126">
                  <c:v>0.826771653543</c:v>
                </c:pt>
                <c:pt idx="127">
                  <c:v>0.828125</c:v>
                </c:pt>
                <c:pt idx="128">
                  <c:v>0.829457364341</c:v>
                </c:pt>
                <c:pt idx="129">
                  <c:v>0.830769230769</c:v>
                </c:pt>
                <c:pt idx="130">
                  <c:v>0.832061068702</c:v>
                </c:pt>
                <c:pt idx="131">
                  <c:v>0.833333333333</c:v>
                </c:pt>
                <c:pt idx="132">
                  <c:v>0.834586466165</c:v>
                </c:pt>
                <c:pt idx="133">
                  <c:v>0.835820895522</c:v>
                </c:pt>
                <c:pt idx="134">
                  <c:v>0.837037037037</c:v>
                </c:pt>
                <c:pt idx="135">
                  <c:v>0.838235294118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接受部分错误率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接受率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36A7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F3113-E5E7-40D1-8514-23AC0F6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可信智能分析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72DA2-5236-429A-9CE4-59780179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不确定度、适用域与因果机制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0C74E-E85C-459E-8489-5886C0EF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4EF80-E0DF-46D0-A018-06F843F3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从拉曼标签核查到校准与拒识验证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15BB3-BC2D-41C4-A7CA-265EC3CA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已知测试22/36正确</a:t>
            </a:r>
          </a:p>
          <a:p xmlns:a="http://schemas.openxmlformats.org/drawingml/2006/main">
            <a:pPr>
              <a:def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预设规则仍接受81/100个未知材料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CAF8D-883C-401C-A6D6-21630A0E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刘翔  尹伟旭  王怡可  王磊  周裕东  曾凡琦</a:t>
            </a:r>
          </a:p>
        </p:txBody>
      </p:sp>
    </p:spTree>
    <p:extLst>
      <p:ext uri="{BB962C8B-B14F-4D97-AF65-F5344CB8AC3E}">
        <p14:creationId xmlns:p14="http://schemas.microsoft.com/office/powerpoint/2010/main" val="1719341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6FB77-1B3A-4B00-9ABB-B33AAF12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可信性需要分别回答不同问题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B2FB1-3297-444B-9C43-B36D162D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一个准确率无法概括数据、概率、输入支持和机制证据。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C9C97-704B-4EDA-A4C3-897D9DFE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AF489-2864-4624-80EC-51C84F854CAD}"/>
              </a:ext>
            </a:extLst>
          </p:cNvPr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95750"/>
                <a:gridCol w="4019550"/>
              </a:tblGrid>
              <a:tr h="68389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对应方法或证据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主要评价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概率表达是否可靠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温度缩放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NLL、Brier、可靠性图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需要保留哪些候选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共形预测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覆盖率、集合大小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新输入有多少支持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T²与Q、拒识规则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未知接受、已知误拒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解释是否反映化学关系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对照实验、独立结构证据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归因忠实性、干预结果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5CAEB-6747-421F-B94C-3C156EE7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本次计算实现温度缩放与T²/Q基线，共形及因果方法用于理论比较。</a:t>
            </a:r>
          </a:p>
        </p:txBody>
      </p:sp>
    </p:spTree>
    <p:extLst>
      <p:ext uri="{BB962C8B-B14F-4D97-AF65-F5344CB8AC3E}">
        <p14:creationId xmlns:p14="http://schemas.microsoft.com/office/powerpoint/2010/main" val="927667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04E77-503D-4C33-B7CC-383298A4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标签核查改变了实验任务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92992-9EA9-40FB-B1D3-46670A5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整理库分类字段与理想化学式存在冲突，先调查参比依据。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AC4C3-860E-4EFB-8A91-168CC125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57CE5-D8ED-4803-B013-29E538BA43FD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476500"/>
                <a:gridCol w="5257800"/>
              </a:tblGrid>
              <a:tr h="7381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先导记录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理想化学式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整理字段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Gaspéite R040157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NiCO₃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Oxides and Hydroxides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8E658-EB51-49C5-AE84-4BB97F8F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CSIRO材料库将Gaspéite列为碳酸盐。</a:t>
            </a:r>
          </a:p>
          <a:p xmlns:a="http://schemas.openxmlformats.org/drawingml/2006/main">
            <a: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模型输出Carbonate与整理字段不一致，需回查标签。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E5CAC-426D-4264-9139-90264A55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确认实验排除全部340个先导编号，使用新编号与明确基团规则。</a:t>
            </a:r>
          </a:p>
        </p:txBody>
      </p:sp>
    </p:spTree>
    <p:extLst>
      <p:ext uri="{BB962C8B-B14F-4D97-AF65-F5344CB8AC3E}">
        <p14:creationId xmlns:p14="http://schemas.microsoft.com/office/powerpoint/2010/main" val="545164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B430A-B18F-4758-B446-A857894A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280个新编号承担五种独立角色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5EAA6-B3B7-4784-9412-300468EC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每个RRUFF编号只取一条合格谱，按编号保证角色互斥。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53257-5803-4AE9-9811-907BAF62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79871-1636-4E3A-9CE5-FEF58BC1B623}"/>
              </a:ext>
            </a:extLst>
          </p:cNvPr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714500"/>
                <a:gridCol w="6400800"/>
              </a:tblGrid>
              <a:tr h="579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角色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编号数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用途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训练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内部四折调参及最终拟合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概率校准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共同正温度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阈值验证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90%经验分位数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已知最终测试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分类与概率评价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留出未知材料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仅作未知接受评价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A5EDE-3824-4B90-8FAE-8357893A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已知：CO₃、SO₄、PO₄规则类各60个。未知：含Si与O且不含目标基团。</a:t>
            </a:r>
          </a:p>
        </p:txBody>
      </p:sp>
    </p:spTree>
    <p:extLst>
      <p:ext uri="{BB962C8B-B14F-4D97-AF65-F5344CB8AC3E}">
        <p14:creationId xmlns:p14="http://schemas.microsoft.com/office/powerpoint/2010/main" val="2022025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C476E-892C-47C8-B827-45F0447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训练光谱有共同峰区，也有类内差异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04EAE-DC81-4FFF-BEA1-B315D241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逐谱SNV后的训练均值，每个规则类30个编号。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2FF46-3639-42D3-A701-665E8E24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1706F-95FC-4038-96AF-3E6EA972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展示每10 cm⁻¹抽取一点；实际模型使用501点。均值图不提供机制或单谱准确率证据。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20AAC8C-9B1B-4704-A58F-17095C03B9DF}"/>
              </a:ext>
            </a:extLst>
          </p:cNvPr>
          <p:cNvGraphicFramePr/>
          <p:nvPr/>
        </p:nvGraphicFramePr>
        <p:xfrm>
          <a:off xmlns:a="http://schemas.openxmlformats.org/drawingml/2006/main" x="666750" y="186690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5b3e50fcef41f8"/>
          </a:graphicData>
        </a:graphic>
      </p:graphicFrame>
    </p:spTree>
    <p:extLst>
      <p:ext uri="{BB962C8B-B14F-4D97-AF65-F5344CB8AC3E}">
        <p14:creationId xmlns:p14="http://schemas.microsoft.com/office/powerpoint/2010/main" val="8971120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7B4C5-E7BD-4E59-9FA6-C8A8B0A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模型、校准与阈值使用不同数据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BAC4E-E88F-4678-9B3D-39FD9E5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主种子2026102901，方案在确认实验拟合前锁定。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0D1F3-80E6-4E89-84A4-6D899A06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F64C9-01FE-4746-B266-C10CBF1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PCA与逻辑回归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14A09-247D-42E3-8D53-2FD449DB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048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训练内部四折选择</a:t>
            </a:r>
          </a:p>
          <a:p xmlns:a="http://schemas.openxmlformats.org/drawingml/2006/main">
            <a: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主成分数：10</a:t>
            </a:r>
          </a:p>
          <a:p xmlns:a="http://schemas.openxmlformats.org/drawingml/2006/main">
            <a: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逻辑回归 C：0.1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758E1-C1F3-4BF4-8A04-E3523556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28825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共同正温度与适用域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B4731-D2C4-471D-BFB2-BAB865BA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51625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温度 T：1.451</a:t>
            </a:r>
          </a:p>
          <a:p xmlns:a="http://schemas.openxmlformats.org/drawingml/2006/main">
            <a: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T²/Q联合评分阈值：1.441</a:t>
            </a:r>
          </a:p>
          <a:p xmlns:a="http://schemas.openxmlformats.org/drawingml/2006/main">
            <a:pPr>
              <a:def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阈值来自24个专用已知样品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67A41-2318-4A56-B6F6-5135FB2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rPr>
              <a:t>未知材料不参与拟合、概率校准或阈值选择。</a:t>
            </a:r>
          </a:p>
        </p:txBody>
      </p:sp>
    </p:spTree>
    <p:extLst>
      <p:ext uri="{BB962C8B-B14F-4D97-AF65-F5344CB8AC3E}">
        <p14:creationId xmlns:p14="http://schemas.microsoft.com/office/powerpoint/2010/main" val="19895158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3DF91-41EC-462E-84AA-02FBC933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概率指标改善，分类判断保持不变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4E79C-102A-40CE-B8E7-C310388F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36个已知测试中22个正确，准确率61.1%，95% Wilson区间44.9%–75.2%。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01EEF-0FCF-4328-B003-CED5A468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0F2377B-8659-4B1F-BC1C-50F3C32A4AE2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5048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56e6c86ba248fb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91A43-6F04-43F4-9E19-99A71244BF6F}"/>
              </a:ext>
            </a:extLst>
          </p:cNvPr>
          <p:cNvGraphicFramePr/>
          <p:nvPr/>
        </p:nvGraphicFramePr>
        <p:xfrm>
          <a:off xmlns:a="http://schemas.openxmlformats.org/drawingml/2006/main" x="6191250" y="2295525"/>
          <a:ext xmlns:a="http://schemas.openxmlformats.org/drawingml/2006/main" cx="53911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1524000"/>
                <a:gridCol w="1524000"/>
              </a:tblGrid>
              <a:tr h="69056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校准前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校准后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准确率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61.1%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61.1%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Brier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0.547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0.540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ECE 五等宽箱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0.129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0.086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ABE3B-4173-492A-917C-ADC200D2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NLL差−0.272，配对重采样95%区间[−0.636, −0.004]。</a:t>
            </a:r>
          </a:p>
        </p:txBody>
      </p:sp>
    </p:spTree>
    <p:extLst>
      <p:ext uri="{BB962C8B-B14F-4D97-AF65-F5344CB8AC3E}">
        <p14:creationId xmlns:p14="http://schemas.microsoft.com/office/powerpoint/2010/main" val="490788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C4FDA-3F64-4EE9-AD32-78F2FE0B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预设拒识规则仍接受大量未知材料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13080-4864-4E2D-93BE-6073C9BC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两种评分阈值均只由已知阈值验证集确定。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F32E5-CE1E-4513-A192-19547582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E10122C-E1A8-41FE-815B-AAA0735937F0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6191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0669d44d87460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A5402-9D01-411E-9B18-A31CEEF2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9325"/>
            <a:ext cx="4267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主规则已知接受</a:t>
            </a:r>
          </a:p>
          <a:p xmlns:a="http://schemas.openxmlformats.org/drawingml/2006/main">
            <a:pPr>
              <a:def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34/36（94.4%）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2F18F-57F5-47B1-A00A-83951CF7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67125"/>
            <a:ext cx="4267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rPr>
              <a:t>接受已知中的错误</a:t>
            </a:r>
          </a:p>
          <a:p xmlns:a="http://schemas.openxmlformats.org/drawingml/2006/main">
            <a:pPr>
              <a:def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rPr>
              <a:t>13/34（38.2%）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D0F96-66E1-4084-BC63-07C0F265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主规则AUROC为0.780；排序能力与当前操作点效果应分别报告。</a:t>
            </a:r>
          </a:p>
        </p:txBody>
      </p:sp>
    </p:spTree>
    <p:extLst>
      <p:ext uri="{BB962C8B-B14F-4D97-AF65-F5344CB8AC3E}">
        <p14:creationId xmlns:p14="http://schemas.microsoft.com/office/powerpoint/2010/main" val="13864922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59585-7BD9-4356-B14C-16C950DF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接受规模增加时，风险需要重新核算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49AC0-7E87-4528-B21F-2A867E16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两条曲线的评价组成不同，混合曲线固定为36已知与100未知。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3D9E5-C0D7-4CEF-BA6F-62B6EB40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2BA5809-D167-4AE9-94D1-82EF4DC6ECF4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9dc2cb31394a7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5EC30-D965-43C2-9C73-100C6B23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未知被迫输出已知标签计作错误。全拒识时条件错误率不适用。</a:t>
            </a:r>
          </a:p>
        </p:txBody>
      </p:sp>
    </p:spTree>
    <p:extLst>
      <p:ext uri="{BB962C8B-B14F-4D97-AF65-F5344CB8AC3E}">
        <p14:creationId xmlns:p14="http://schemas.microsoft.com/office/powerpoint/2010/main" val="9028479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9A86F-97BC-4E7E-80C9-973CB136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失败样品可以追溯到光谱和来源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B2102-F175-4674-81A6-23C95773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从对应失败组按最高校准概率选择诊断样品，未用于重新拟合。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3B2ED-3BB2-4D01-8AFE-55EE008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699AD-71B2-480B-BCDF-8DC0DBC74D74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4095750"/>
                <a:gridCol w="3352800"/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编号及材料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规则标签与预测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概率 / 适用域分数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R050269 Lazulite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Phosphate / Carbonate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0.848 / 1.130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R050001 Sanbornite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留出未知 / Carbonate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0.973 / 0.855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F99C0-B79D-453D-9168-2F4EB68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峰区相近、组分取代或谱处理可作为待检验解释。</a:t>
            </a:r>
          </a:p>
          <a:p xmlns:a="http://schemas.openxmlformats.org/drawingml/2006/main">
            <a:pPr>
              <a:def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本次没有波段干预、纯度复测或独立结构鉴定。</a:t>
            </a:r>
          </a:p>
        </p:txBody>
      </p:sp>
    </p:spTree>
    <p:extLst>
      <p:ext uri="{BB962C8B-B14F-4D97-AF65-F5344CB8AC3E}">
        <p14:creationId xmlns:p14="http://schemas.microsoft.com/office/powerpoint/2010/main" val="1578159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CDF1A-2F53-4DFD-A62C-A5FB835A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五次同池划分显示结果存在明显波动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F6FE1-8A95-43DE-ADBD-DFFDBB82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主种子及四个补充种子全部保留，不以最好一轮替换主结果。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B4B82-C263-42F9-9308-EB26080D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3CF71-1377-4C81-B90D-6BBAA3A47E8E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333625"/>
                <a:gridCol w="4114800"/>
                <a:gridCol w="2333625"/>
              </a:tblGrid>
              <a:tr h="555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种子后四位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准确率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NLL变化 后减前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F3C"/>
                          </a:solidFill>
                        </a:rPr>
                        <a:t>未知接受率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T w="9525">
                      <a:solidFill>
                        <a:srgbClr val="D2DFE5"/>
                      </a:solidFill>
                    </a:lnT>
                    <a:lnB w="9525">
                      <a:solidFill>
                        <a:srgbClr val="D2DFE5"/>
                      </a:solidFill>
                    </a:lnB>
                    <a:solidFill>
                      <a:srgbClr val="E8F0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2901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61.1%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-0.272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81.0%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2902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75.0%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-0.012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53.0%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2903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75.0%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0.023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52.0%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2904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77.8%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0.015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57.0%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5F8F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2905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FE5"/>
                      </a:solidFill>
                    </a:lnL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63.9%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-0.283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F3C"/>
                          </a:solidFill>
                        </a:rPr>
                        <a:t>85.0%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FE5"/>
                      </a:solidFill>
                    </a:lnR>
                    <a:lnB w="9525">
                      <a:solidFill>
                        <a:srgbClr val="D2DF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BD900-88FD-47A1-9F07-7AEB5A2A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两次划分校准NLL增大。共享数据池的重复不等于独立采集实验。</a:t>
            </a:r>
          </a:p>
        </p:txBody>
      </p:sp>
    </p:spTree>
    <p:extLst>
      <p:ext uri="{BB962C8B-B14F-4D97-AF65-F5344CB8AC3E}">
        <p14:creationId xmlns:p14="http://schemas.microsoft.com/office/powerpoint/2010/main" val="17032509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AECBB-EA5A-40BF-B58F-E424656D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可复核记录支持教学，也明确了后续验证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AAB5A-CE7A-4BCB-902B-3E6C8CCB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本次结论限定于参考谱库中的理想化学式规则任务。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549D9-8AE9-486F-BDE4-A00C3FB3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A7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6D6F0-F131-4071-B0FD-6D9A6E89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FE9F7-4BD1-47D0-8433-7A00A814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14350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论文：6图、6表、34条引用</a:t>
            </a:r>
          </a:p>
          <a:p xmlns:a="http://schemas.openxmlformats.org/drawingml/2006/main">
            <a: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选谱、训练与独立指标核查代码</a:t>
            </a:r>
          </a:p>
          <a:p xmlns:a="http://schemas.openxmlformats.org/drawingml/2006/main">
            <a: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逐样品数据、结果和实验审计</a:t>
            </a:r>
          </a:p>
          <a:p xmlns:a="http://schemas.openxmlformats.org/drawingml/2006/main">
            <a: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3道传承题与离线阈值演示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222AA-89CE-4AE5-902D-50EF8DDC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9072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D7136"/>
                </a:solidFill>
                <a:latin typeface="Microsoft YaHei"/>
                <a:ea typeface="Microsoft YaHei"/>
                <a:cs typeface="Microsoft YaHei"/>
              </a:rPr>
              <a:t>需要新增的证据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C8E94-F872-46BF-AB8C-C47FF1B7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91490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按矿物种与真实批次外推</a:t>
            </a:r>
          </a:p>
          <a:p xmlns:a="http://schemas.openxmlformats.org/drawingml/2006/main">
            <a: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跨仪器和跨实验室测试</a:t>
            </a:r>
          </a:p>
          <a:p xmlns:a="http://schemas.openxmlformats.org/drawingml/2006/main">
            <a: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参比标签与样品纯度复核</a:t>
            </a:r>
          </a:p>
          <a:p xmlns:a="http://schemas.openxmlformats.org/drawingml/2006/main">
            <a:pPr>
              <a:def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3C"/>
                </a:solidFill>
                <a:latin typeface="Microsoft YaHei"/>
                <a:ea typeface="Microsoft YaHei"/>
                <a:cs typeface="Microsoft YaHei"/>
              </a:rPr>
              <a:t>针对化学解释的干预与对照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F551C-81BA-4002-BDFB-136087B0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35F74"/>
                </a:solidFill>
                <a:latin typeface="Microsoft YaHei"/>
                <a:ea typeface="Microsoft YaHei"/>
                <a:cs typeface="Microsoft YaHei"/>
              </a:rPr>
              <a:t>可信性来自与用途一致、能够复核的证据链。</a:t>
            </a:r>
          </a:p>
        </p:txBody>
      </p:sp>
    </p:spTree>
    <p:extLst>
      <p:ext uri="{BB962C8B-B14F-4D97-AF65-F5344CB8AC3E}">
        <p14:creationId xmlns:p14="http://schemas.microsoft.com/office/powerpoint/2010/main" val="39868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2026-10-29T03:38:42.3980000Z</dcterms:created>
  <dcterms:modified xsi:type="dcterms:W3CDTF">2026-10-29T03:38:42.3980000Z</dcterms:modified>
</coreProperties>
</file>